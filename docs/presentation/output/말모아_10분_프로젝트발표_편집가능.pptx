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6" r:id="rId11"/>
    <p:sldId id="267" r:id="rId12"/>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022"/>
    <p:restoredTop sz="90959"/>
  </p:normalViewPr>
  <p:slideViewPr>
    <p:cSldViewPr snapToGrid="0">
      <p:cViewPr varScale="1">
        <p:scale>
          <a:sx n="115" d="100"/>
          <a:sy n="115" d="100"/>
        </p:scale>
        <p:origin x="400" y="2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슬라이드 1 / 0:00–0:40 · 40초</a:t>
            </a:r>
          </a:p>
          <a:p>
            <a:endParaRPr/>
          </a:p>
          <a:p>
            <a:r>
              <a:t>15초에 한 번 클릭하면 만남에 관한 질문으로 전환합니다. 질문 뒤 2초 정지합니다.</a:t>
            </a:r>
          </a:p>
          <a:p>
            <a:endParaRPr/>
          </a:p>
          <a:p>
            <a:r>
              <a:t>발표 대본</a:t>
            </a:r>
          </a:p>
          <a:p>
            <a:endParaRPr/>
          </a:p>
          <a:p>
            <a:r>
              <a:t>“AI를 보면서 이런 생각을 해본 적 있으신가요? 내가 준비한 일을 AI가 대신하면, 나만 뒤처지는 건 아닐까. 취업 기회에 대한 불안에서 출발한 질문은 일상으로 이어집니다. 영어를 공부하려고 사람을 만나고 스터디를 하던 시간도, 이제 AI와 혼자 연습할 수 있습니다. 그렇다면 친구의 역할이나 새로운 사람을 만나는 경험까지 AI로 충분해질까요?”</a:t>
            </a:r>
          </a:p>
          <a:p>
            <a:endParaRPr/>
          </a:p>
          <a:p>
            <a:r>
              <a:t>근거와 발표 범위</a:t>
            </a:r>
          </a:p>
          <a:p>
            <a:endParaRPr/>
          </a:p>
          <a:p>
            <a:r>
              <a:t>공감을 위한 질문이며 실제 고용 감소나 사용자의 FOMO를 조사한 결과가 아니다.</a:t>
            </a:r>
          </a:p>
          <a:p>
            <a:endParaRPr/>
          </a:p>
          <a:p>
            <a:r>
              <a:t>기준: 2026-10-09 실행 및 코드 HEAD 35290d32715d4c2852c0c3f62aa12b1c3d726a79</a:t>
            </a:r>
          </a:p>
          <a:p>
            <a:endParaRPr/>
          </a:p>
          <a:p>
            <a:r>
              <a:t>근거 파일 (프로젝트 루트 기준)</a:t>
            </a:r>
          </a:p>
          <a:p>
            <a:endParaRPr/>
          </a:p>
          <a:p>
            <a:r>
              <a:t>docs/presentation/slide-guide.md</a:t>
            </a:r>
          </a:p>
          <a:p>
            <a:endParaRPr/>
          </a:p>
          <a:p>
            <a:r>
              <a:t>통합 근거: docs/presentation/evidence-audit.md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슬라이드 2 / 0:40–1:25 · 45초</a:t>
            </a:r>
          </a:p>
          <a:p>
            <a:endParaRPr/>
          </a:p>
          <a:p>
            <a:r>
              <a:t>발표 대본</a:t>
            </a:r>
          </a:p>
          <a:p>
            <a:endParaRPr/>
          </a:p>
          <a:p>
            <a:r>
              <a:t>“저희가 지키고 싶은 것은 사람과 함께 이야기하는 시간입니다. 말모아는 기존 지인을 초대해 영어로 대화하는 스터디를 지원합니다. 모임에서는 무엇을 이야기할지 준비하고, 말하다 막힌 표현을 찾고, 끝나면 배운 내용을 다시 정리해야 합니다. 이 부담을 줄이면 서로의 경험을 듣는 데 더 집중할 수 있다는 가설에서 시작했습니다. 개인의 경험을 대화 주제로 연결하고, 대화 후에는 내 학습 기록으로 남깁니다.”</a:t>
            </a:r>
          </a:p>
          <a:p>
            <a:endParaRPr/>
          </a:p>
          <a:p>
            <a:r>
              <a:t>근거와 발표 범위</a:t>
            </a:r>
          </a:p>
          <a:p>
            <a:endParaRPr/>
          </a:p>
          <a:p>
            <a:r>
              <a:t>경험·실제 발화·개인 복습 기록이 같은 스터디 흐름에 이어진다. 일반 AI 대화 대비 우월성이나 관계 증진 효과를 검증했다고 말하지 않는다. 새로운 사람 매칭·화상/음성 통화는 현재 기능이 아니다. [근거 E01·E02](evidence-audit.md#e01-서비스-맥락과-화면)</a:t>
            </a:r>
          </a:p>
          <a:p>
            <a:endParaRPr/>
          </a:p>
          <a:p>
            <a:r>
              <a:t>기준: 2026-10-09 실행 및 코드 HEAD 35290d32715d4c2852c0c3f62aa12b1c3d726a79</a:t>
            </a:r>
          </a:p>
          <a:p>
            <a:endParaRPr/>
          </a:p>
          <a:p>
            <a:r>
              <a:t>근거 파일 (프로젝트 루트 기준)</a:t>
            </a:r>
          </a:p>
          <a:p>
            <a:endParaRPr/>
          </a:p>
          <a:p>
            <a:r>
              <a:t>apps/web/src/features/study/StudyPage.tsx</a:t>
            </a:r>
          </a:p>
          <a:p>
            <a:endParaRPr/>
          </a:p>
          <a:p>
            <a:r>
              <a:t>design/tokens.css</a:t>
            </a:r>
          </a:p>
          <a:p>
            <a:endParaRPr/>
          </a:p>
          <a:p>
            <a:r>
              <a:t>통합 근거: docs/presentation/evidence-audit.md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슬라이드 3 / 1:25–2:15 · 50초</a:t>
            </a:r>
          </a:p>
          <a:p>
            <a:endParaRPr/>
          </a:p>
          <a:p>
            <a:r>
              <a:t>발표 대본</a:t>
            </a:r>
          </a:p>
          <a:p>
            <a:endParaRPr/>
          </a:p>
          <a:p>
            <a:r>
              <a:t>“민지와 지훈이라는 시연 계정으로 시작하겠습니다. 민지가 부산 해운대에 갔던 경험과 여행, 사진 촬영에 대한 관심을 적습니다. AI는 입력에 근거해 경험과 맥락을 정리하고, 사용자가 확인한 뒤 저장합니다. 지금은 저장 후 다시 접속한 화면입니다. 노란 테두리 안에 여행과 사진 촬영이 남아 있습니다. 짧은 입력에는 보충 질문을 선택적으로 받을 수 있지만, 이번처럼 구체적인 입력은 확인 단계로 바로 이어졌습니다. 다음에는 이 기록으로 함께 이야기할 주제를 만듭니다.”</a:t>
            </a:r>
          </a:p>
          <a:p>
            <a:endParaRPr/>
          </a:p>
          <a:p>
            <a:r>
              <a:t>근거와 발표 범위</a:t>
            </a:r>
          </a:p>
          <a:p>
            <a:endParaRPr/>
          </a:p>
          <a:p>
            <a:r>
              <a:t>실제 Responses 호출, 저장·재조회까지 실행했다. 보충 질문 분기는 코드에서 확인한 기능이며 이번 시연에서는 발생하지 않았다. 원문에 없는 사건을 생성하지 않도록 문자열 근거 검사를 하는 구현이다. [근거 E02](evidence-audit.md#e02-경험과-주제-생성)</a:t>
            </a:r>
          </a:p>
          <a:p>
            <a:endParaRPr/>
          </a:p>
          <a:p>
            <a:r>
              <a:t>기준: 2026-10-09 실행 및 코드 HEAD 35290d32715d4c2852c0c3f62aa12b1c3d726a79</a:t>
            </a:r>
          </a:p>
          <a:p>
            <a:endParaRPr/>
          </a:p>
          <a:p>
            <a:r>
              <a:t>근거 파일 (프로젝트 루트 기준)</a:t>
            </a:r>
          </a:p>
          <a:p>
            <a:endParaRPr/>
          </a:p>
          <a:p>
            <a:r>
              <a:t>packages/ai/src/jobs.ts</a:t>
            </a:r>
          </a:p>
          <a:p>
            <a:endParaRPr/>
          </a:p>
          <a:p>
            <a:r>
              <a:t>packages/ai/src/schemas.ts</a:t>
            </a:r>
          </a:p>
          <a:p>
            <a:endParaRPr/>
          </a:p>
          <a:p>
            <a:r>
              <a:t>docs/presentation/evidence/review-result.json</a:t>
            </a:r>
          </a:p>
          <a:p>
            <a:endParaRPr/>
          </a:p>
          <a:p>
            <a:r>
              <a:t>통합 근거: docs/presentation/evidence-audit.md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슬라이드 4 / 2:15–3:10 · 55초</a:t>
            </a:r>
          </a:p>
          <a:p>
            <a:endParaRPr/>
          </a:p>
          <a:p>
            <a:r>
              <a:t>처음 40초는 공통 주제를 설명합니다. 40초에 한 번 클릭하여 원문·보정문 화면을 보여줍니다. 합성 WAV를 통한 실제 API 처리이며 실마이크 검증이 아님을 말합니다.</a:t>
            </a:r>
          </a:p>
          <a:p>
            <a:endParaRPr/>
          </a:p>
          <a:p>
            <a:r>
              <a:t>발표 대본</a:t>
            </a:r>
          </a:p>
          <a:p>
            <a:endParaRPr/>
          </a:p>
          <a:p>
            <a:r>
              <a:t>“상대 아이디로 초대하고 지훈이 참여하면 같은 스터디에 들어옵니다. 첫 주제를 시작하자 저장했던 부산 여행을 바탕으로 ‘A Weekend by the Sea’라는 주제가 만들어졌습니다. 이미지만 있는 것이 아니라, 주말 경험을 설명하고 상대의 바다 여행 취향을 물어보라는 안내도 나옵니다. 두 사람은 이 소재를 보고 이야기합니다. 음성 처리도 실제 서비스에 연결해 원문과 인식 보정문이 화면에 나타나는 것을 확인했습니다. 이번 캡처의 음성은 합성 테스트 파일이며, 사람의 실마이크 발화 검증은 아닙니다.”</a:t>
            </a:r>
          </a:p>
          <a:p>
            <a:endParaRPr/>
          </a:p>
          <a:p>
            <a:r>
              <a:t>근거와 발표 범위</a:t>
            </a:r>
          </a:p>
          <a:p>
            <a:endParaRPr/>
          </a:p>
          <a:p>
            <a:r>
              <a:t>새 계정 두 개가 같은 스터디에 참여했다. 주제의 `sourceExperienceIds`가 저장한 경험 ID와 일치한다. 합성 WAV 한 파일을 브라우저 WebSocket으로 전송해 실제 Realtime·Audio API 결과를 받았다. 캡처의 마이크 버튼은 꺼진 상태이므로 “마이크를 켜서 녹음한 화면”이라고 설명하지 않는다. [근거 E02·E03](evidence-audit.md#e03-음성-보정과-문장-검토)</a:t>
            </a:r>
          </a:p>
          <a:p>
            <a:endParaRPr/>
          </a:p>
          <a:p>
            <a:r>
              <a:t>기준: 2026-10-09 실행 및 코드 HEAD 35290d32715d4c2852c0c3f62aa12b1c3d726a79</a:t>
            </a:r>
          </a:p>
          <a:p>
            <a:endParaRPr/>
          </a:p>
          <a:p>
            <a:r>
              <a:t>근거 파일 (프로젝트 루트 기준)</a:t>
            </a:r>
          </a:p>
          <a:p>
            <a:endParaRPr/>
          </a:p>
          <a:p>
            <a:r>
              <a:t>packages/ai/src/jobs.ts</a:t>
            </a:r>
          </a:p>
          <a:p>
            <a:endParaRPr/>
          </a:p>
          <a:p>
            <a:r>
              <a:t>docs/presentation/evidence/review-result.json</a:t>
            </a:r>
          </a:p>
          <a:p>
            <a:endParaRPr/>
          </a:p>
          <a:p>
            <a:r>
              <a:t>docs/presentation/evidence/audio-result.json</a:t>
            </a:r>
          </a:p>
          <a:p>
            <a:endParaRPr/>
          </a:p>
          <a:p>
            <a:r>
              <a:t>통합 근거: docs/presentation/evidence-audit.md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슬라이드 5 / 3:10–4:00 · 50초</a:t>
            </a:r>
          </a:p>
          <a:p>
            <a:endParaRPr/>
          </a:p>
          <a:p>
            <a:r>
              <a:t>발표 대본</a:t>
            </a:r>
          </a:p>
          <a:p>
            <a:endParaRPr/>
          </a:p>
          <a:p>
            <a:r>
              <a:t>“대화 중 표현이 막히면 개인 도우미에게 요청합니다. ‘여행 사진 찍는 것을 좋아한다는 표현을 배우고 저장하고 싶다’고 하니, 영어 표현과 함께 개인 학습 기록 한 개가 저장됐습니다. 함께 쓰려면 별도로 공유를 선택합니다. 또 ‘현재 주제 대화를 마무리하고 문장별 피드백을 보여줘’라는 요청이 실제 주제 마감으로 연결됐습니다. 다만 모든 자연어 요청이 성공한 것은 아닙니다. 이번 실행에서 공유와 다음 주제 요청은 보류돼 버튼으로 진행했고, 그 원인은 뒤에서 설명하겠습니다.”</a:t>
            </a:r>
          </a:p>
          <a:p>
            <a:endParaRPr/>
          </a:p>
          <a:p>
            <a:r>
              <a:t>근거와 발표 범위</a:t>
            </a:r>
          </a:p>
          <a:p>
            <a:endParaRPr/>
          </a:p>
          <a:p>
            <a:r>
              <a:t>현재 챗봇은 Decisions 분류 → 선택한 기능 인자 추출 → 서버에서 1회 실행 → 결과 설명 순서다. 가입·초대·경험 작성·보정문 편집까지 모두 채팅으로 된다고 주장하지 않는다. 개인 저장과 공통 공유를 구분한다. [근거 E04](evidence-audit.md#e04-챗봇의-판단과-서버-실행)</a:t>
            </a:r>
          </a:p>
          <a:p>
            <a:endParaRPr/>
          </a:p>
          <a:p>
            <a:r>
              <a:t>기준: 2026-10-09 실행 및 코드 HEAD 35290d32715d4c2852c0c3f62aa12b1c3d726a79</a:t>
            </a:r>
          </a:p>
          <a:p>
            <a:endParaRPr/>
          </a:p>
          <a:p>
            <a:r>
              <a:t>근거 파일 (프로젝트 루트 기준)</a:t>
            </a:r>
          </a:p>
          <a:p>
            <a:endParaRPr/>
          </a:p>
          <a:p>
            <a:r>
              <a:t>packages/ai/src/chat.ts</a:t>
            </a:r>
          </a:p>
          <a:p>
            <a:endParaRPr/>
          </a:p>
          <a:p>
            <a:r>
              <a:t>packages/ai/src/chat-decision.ts</a:t>
            </a:r>
          </a:p>
          <a:p>
            <a:endParaRPr/>
          </a:p>
          <a:p>
            <a:r>
              <a:t>docs/presentation/evidence/decisions.jsonl</a:t>
            </a:r>
          </a:p>
          <a:p>
            <a:endParaRPr/>
          </a:p>
          <a:p>
            <a:r>
              <a:t>통합 근거: docs/presentation/evidence-audit.md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슬라이드 6 / 4:00–4:50 · 50초</a:t>
            </a:r>
          </a:p>
          <a:p>
            <a:endParaRPr/>
          </a:p>
          <a:p>
            <a:r>
              <a:t>30초에 한 번 클릭하면 개인 학습 저장 화면으로 전환합니다. don’t에서 doesn’t로 바꾼 것은 시연자의 직접 수정입니다.</a:t>
            </a:r>
          </a:p>
          <a:p>
            <a:endParaRPr/>
          </a:p>
          <a:p>
            <a:r>
              <a:t>발표 대본</a:t>
            </a:r>
          </a:p>
          <a:p>
            <a:endParaRPr/>
          </a:p>
          <a:p>
            <a:r>
              <a:t>“주제를 마치면 이번 음성이 세 문장으로 나뉘어 검토 화면에 나타납니다. 원문과 보정문을 비교하고 원본 음성 재생도 요청할 수 있습니다. 수정 기능을 보여드리기 위해 제가 ‘She don’t’를 ‘She doesn’t’로 직접 바꿨습니다. 원문은 남고, 기존 피드백에는 재요청이 필요하다고 표시됩니다. 재요청 후 이 문장은 추가 피드백이 없다는 결과가 나왔습니다. 마지막으로 버튼으로 승인하니, 학습할 표현이 말한 사람의 기록으로 저장됐습니다. 챗봇에서 저장한 표현도 출처를 구분해 함께 볼 수 있습니다.”</a:t>
            </a:r>
          </a:p>
          <a:p>
            <a:endParaRPr/>
          </a:p>
          <a:p>
            <a:r>
              <a:t>근거와 발표 범위</a:t>
            </a:r>
          </a:p>
          <a:p>
            <a:endParaRPr/>
          </a:p>
          <a:p>
            <a:r>
              <a:t>보정문 수정은 **시연자가 실제 UI로 입력한 문법 수정**이다. 음성 모델이 `doesn’t`로 바꿨다고 말하지 않는다. 최신 보정 버전 피드백을 재생성했고, 승인 후 민지 기록 3개·지훈 기록 0개를 조회했다. 이는 이 시연의 결과이지 사용자 성과 지표가 아니다. 원본 오디오 재생 UI는 확인했으나 이번 실행에서 재생·청취 평가는 하지 않았다. [근거 E03·E05](evidence-audit.md#e05-승인과-개인-학습-저장)</a:t>
            </a:r>
          </a:p>
          <a:p>
            <a:endParaRPr/>
          </a:p>
          <a:p>
            <a:r>
              <a:t>기준: 2026-10-09 실행 및 코드 HEAD 35290d32715d4c2852c0c3f62aa12b1c3d726a79</a:t>
            </a:r>
          </a:p>
          <a:p>
            <a:endParaRPr/>
          </a:p>
          <a:p>
            <a:r>
              <a:t>근거 파일 (프로젝트 루트 기준)</a:t>
            </a:r>
          </a:p>
          <a:p>
            <a:endParaRPr/>
          </a:p>
          <a:p>
            <a:r>
              <a:t>apps/web/src/features/study/ReviewPanel.tsx</a:t>
            </a:r>
          </a:p>
          <a:p>
            <a:endParaRPr/>
          </a:p>
          <a:p>
            <a:r>
              <a:t>apps/api/src/domain/commands.ts</a:t>
            </a:r>
          </a:p>
          <a:p>
            <a:endParaRPr/>
          </a:p>
          <a:p>
            <a:r>
              <a:t>docs/presentation/evidence/edit-result.json</a:t>
            </a:r>
          </a:p>
          <a:p>
            <a:endParaRPr/>
          </a:p>
          <a:p>
            <a:r>
              <a:t>docs/presentation/evidence/learning-result.json</a:t>
            </a:r>
          </a:p>
          <a:p>
            <a:endParaRPr/>
          </a:p>
          <a:p>
            <a:r>
              <a:t>통합 근거: docs/presentation/evidence-audit.md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슬라이드 7 / 4:50–5:50 · 60초</a:t>
            </a:r>
          </a:p>
          <a:p>
            <a:endParaRPr/>
          </a:p>
          <a:p>
            <a:r>
              <a:t>발표 대본</a:t>
            </a:r>
          </a:p>
          <a:p>
            <a:endParaRPr/>
          </a:p>
          <a:p>
            <a:r>
              <a:t>“모델은 하는 일에 맞춰 연결했습니다. gpt-6-luna는 경험 정리와 주제 설계, 문장 분할, 학습 피드백을 구조화된 데이터로 만듭니다. 발화 완료와 챗봇 행동 선택에는 같은 모델을 Decisions API로 호출합니다. 음성은 gpt-live-transcribe로 원문을 받고, gpt-transcribe에 같은 음성을 다시 전달해 보정합니다. 주제 그림은 표에 적힌 이미지 모델을 사용합니다. 모델 출력만으로 완료라고 표시하지 않고, 서버가 결과를 검증하고 저장한 뒤 화면을 갱신합니다. 지금 모델명은 문서에서 추정한 것이 아니라 이번 실행 설정과 호출 기록에서 확인한 값입니다.”</a:t>
            </a:r>
          </a:p>
          <a:p>
            <a:endParaRPr/>
          </a:p>
          <a:p>
            <a:r>
              <a:t>근거와 발표 범위</a:t>
            </a:r>
          </a:p>
          <a:p>
            <a:endParaRPr/>
          </a:p>
          <a:p>
            <a:r>
              <a:t>위 다섯 API 경로의 live 호출 메타데이터를 이번 실행에서 확보했다. 운영 모델은 환경변수로 변경할 수 있다. `gpt-4o-mini-tts`는 별도 개발 테스트 도구의 모델이며 서비스의 사용자 음성 출력 기능으로 넣지 않는다. AWS 배포 성공은 이번 캡처로 검증하지 않았다. [근거 E06](evidence-audit.md#e06-모델과-api-호출)</a:t>
            </a:r>
          </a:p>
          <a:p>
            <a:endParaRPr/>
          </a:p>
          <a:p>
            <a:r>
              <a:t>기준: 2026-10-09 실행 및 코드 HEAD 35290d32715d4c2852c0c3f62aa12b1c3d726a79</a:t>
            </a:r>
          </a:p>
          <a:p>
            <a:endParaRPr/>
          </a:p>
          <a:p>
            <a:r>
              <a:t>근거 파일 (프로젝트 루트 기준)</a:t>
            </a:r>
          </a:p>
          <a:p>
            <a:endParaRPr/>
          </a:p>
          <a:p>
            <a:r>
              <a:t>packages/ai/src/config.ts</a:t>
            </a:r>
          </a:p>
          <a:p>
            <a:endParaRPr/>
          </a:p>
          <a:p>
            <a:r>
              <a:t>packages/ai/src/provider.ts</a:t>
            </a:r>
          </a:p>
          <a:p>
            <a:endParaRPr/>
          </a:p>
          <a:p>
            <a:r>
              <a:t>docs/presentation/evidence/provider-audit.jsonl</a:t>
            </a:r>
          </a:p>
          <a:p>
            <a:endParaRPr/>
          </a:p>
          <a:p>
            <a:r>
              <a:t>통합 근거: docs/presentation/evidence-audit.md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슬라이드 8 / 5:50–6:40 · 50초</a:t>
            </a:r>
          </a:p>
          <a:p>
            <a:endParaRPr/>
          </a:p>
          <a:p>
            <a:r>
              <a:t>발표 대본</a:t>
            </a:r>
          </a:p>
          <a:p>
            <a:endParaRPr/>
          </a:p>
          <a:p>
            <a:r>
              <a:t>“전사문 하나만 보여주면 AI가 무엇을 바꿨는지 알기 어렵습니다. 이번 파일의 대본은 ‘We plan a trip to Busan’인데 실시간 전사에는 ‘planned’가 나왔습니다. 같은 음성을 다시 전사한 보정문에는 ‘plan’이 나타났습니다. 반면 ‘She don’t’는 보정문에도 그대로 있습니다. 이 부분의 영어 문법 설명은 이후 학습 피드백이 담당합니다. 그래서 원문, 인식 보정문, 학습 피드백을 분리했습니다. 보정도 틀릴 수 있으므로 사용자가 비교하고 직접 수정한 뒤 최신 문장으로 다시 피드백을 받게 했습니다.”</a:t>
            </a:r>
          </a:p>
          <a:p>
            <a:endParaRPr/>
          </a:p>
          <a:p>
            <a:r>
              <a:t>근거와 발표 범위</a:t>
            </a:r>
          </a:p>
          <a:p>
            <a:endParaRPr/>
          </a:p>
          <a:p>
            <a:r>
              <a:t>`planned → plan`은 이번 합성 파일의 대본과 일치한 사례다. 실마이크 인식 정확도 개선의 일반적 증거가 아니다. 이전 BlackHole 테스트에는 짧게 분리된 발화의 `예약 → Về呀`, `품절 → 혼자` 같은 오류가 기록돼 있다. 원인과 전체 개선 정도는 미확정이며, 발표 대본에서는 필요할 때만 한 사례를 추가하고 50초를 넘기지 않는다. [근거 E03·E07](evidence-audit.md#e07-검증과-남은-실패)</a:t>
            </a:r>
          </a:p>
          <a:p>
            <a:endParaRPr/>
          </a:p>
          <a:p>
            <a:r>
              <a:t>기준: 2026-10-09 실행 및 코드 HEAD 35290d32715d4c2852c0c3f62aa12b1c3d726a79</a:t>
            </a:r>
          </a:p>
          <a:p>
            <a:endParaRPr/>
          </a:p>
          <a:p>
            <a:r>
              <a:t>근거 파일 (프로젝트 루트 기준)</a:t>
            </a:r>
          </a:p>
          <a:p>
            <a:endParaRPr/>
          </a:p>
          <a:p>
            <a:r>
              <a:t>packages/ai/src/provider.ts</a:t>
            </a:r>
          </a:p>
          <a:p>
            <a:endParaRPr/>
          </a:p>
          <a:p>
            <a:r>
              <a:t>docs/presentation/evidence/audio-source.json</a:t>
            </a:r>
          </a:p>
          <a:p>
            <a:endParaRPr/>
          </a:p>
          <a:p>
            <a:r>
              <a:t>docs/presentation/evidence/audio-result.json</a:t>
            </a:r>
          </a:p>
          <a:p>
            <a:endParaRPr/>
          </a:p>
          <a:p>
            <a:r>
              <a:t>통합 근거: docs/presentation/evidence-audit.md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슬라이드</a:t>
            </a:r>
            <a:r>
              <a:rPr dirty="0"/>
              <a:t> 9 / 6:40–7:45 · 65초</a:t>
            </a:r>
          </a:p>
          <a:p>
            <a:endParaRPr dirty="0"/>
          </a:p>
          <a:p>
            <a:r>
              <a:rPr dirty="0" err="1"/>
              <a:t>발표</a:t>
            </a:r>
            <a:r>
              <a:rPr dirty="0"/>
              <a:t> </a:t>
            </a:r>
            <a:r>
              <a:rPr dirty="0" err="1"/>
              <a:t>대본</a:t>
            </a:r>
            <a:endParaRPr dirty="0"/>
          </a:p>
          <a:p>
            <a:endParaRPr dirty="0"/>
          </a:p>
          <a:p>
            <a:r>
              <a:rPr dirty="0"/>
              <a:t>“</a:t>
            </a:r>
            <a:r>
              <a:rPr dirty="0" err="1"/>
              <a:t>처음</a:t>
            </a:r>
            <a:r>
              <a:rPr dirty="0"/>
              <a:t> </a:t>
            </a:r>
            <a:r>
              <a:rPr dirty="0" err="1"/>
              <a:t>발견한</a:t>
            </a:r>
            <a:r>
              <a:rPr dirty="0"/>
              <a:t> </a:t>
            </a:r>
            <a:r>
              <a:rPr dirty="0" err="1"/>
              <a:t>문제는</a:t>
            </a:r>
            <a:r>
              <a:rPr dirty="0"/>
              <a:t> </a:t>
            </a:r>
            <a:r>
              <a:rPr dirty="0" err="1"/>
              <a:t>전송을</a:t>
            </a:r>
            <a:r>
              <a:rPr dirty="0"/>
              <a:t> </a:t>
            </a:r>
            <a:r>
              <a:rPr dirty="0" err="1"/>
              <a:t>위해</a:t>
            </a:r>
            <a:r>
              <a:rPr dirty="0"/>
              <a:t> </a:t>
            </a:r>
            <a:r>
              <a:rPr dirty="0" err="1"/>
              <a:t>나눈</a:t>
            </a:r>
            <a:r>
              <a:rPr dirty="0"/>
              <a:t> </a:t>
            </a:r>
            <a:r>
              <a:rPr dirty="0" err="1"/>
              <a:t>음성</a:t>
            </a:r>
            <a:r>
              <a:rPr dirty="0"/>
              <a:t> </a:t>
            </a:r>
            <a:r>
              <a:rPr dirty="0" err="1"/>
              <a:t>조각이</a:t>
            </a:r>
            <a:r>
              <a:rPr dirty="0"/>
              <a:t> </a:t>
            </a:r>
            <a:r>
              <a:rPr dirty="0" err="1"/>
              <a:t>학습할</a:t>
            </a:r>
            <a:r>
              <a:rPr dirty="0"/>
              <a:t> </a:t>
            </a:r>
            <a:r>
              <a:rPr dirty="0" err="1"/>
              <a:t>한</a:t>
            </a:r>
            <a:r>
              <a:rPr dirty="0"/>
              <a:t> </a:t>
            </a:r>
            <a:r>
              <a:rPr dirty="0" err="1"/>
              <a:t>문장과</a:t>
            </a:r>
            <a:r>
              <a:rPr dirty="0"/>
              <a:t> </a:t>
            </a:r>
            <a:r>
              <a:rPr dirty="0" err="1"/>
              <a:t>다르다는</a:t>
            </a:r>
            <a:r>
              <a:rPr dirty="0"/>
              <a:t> </a:t>
            </a:r>
            <a:r>
              <a:rPr dirty="0" err="1"/>
              <a:t>점이었습니다</a:t>
            </a:r>
            <a:r>
              <a:rPr dirty="0"/>
              <a:t>. </a:t>
            </a:r>
            <a:r>
              <a:rPr dirty="0" err="1"/>
              <a:t>같은</a:t>
            </a:r>
            <a:r>
              <a:rPr dirty="0"/>
              <a:t> </a:t>
            </a:r>
            <a:r>
              <a:rPr dirty="0" err="1"/>
              <a:t>화자의</a:t>
            </a:r>
            <a:r>
              <a:rPr dirty="0"/>
              <a:t> </a:t>
            </a:r>
            <a:r>
              <a:rPr dirty="0" err="1"/>
              <a:t>전사와</a:t>
            </a:r>
            <a:r>
              <a:rPr dirty="0"/>
              <a:t> </a:t>
            </a:r>
            <a:r>
              <a:rPr dirty="0" err="1"/>
              <a:t>맥락</a:t>
            </a:r>
            <a:r>
              <a:rPr dirty="0"/>
              <a:t>, </a:t>
            </a:r>
            <a:r>
              <a:rPr dirty="0" err="1"/>
              <a:t>침묵</a:t>
            </a:r>
            <a:r>
              <a:rPr dirty="0"/>
              <a:t> </a:t>
            </a:r>
            <a:r>
              <a:rPr dirty="0" err="1"/>
              <a:t>시간을</a:t>
            </a:r>
            <a:r>
              <a:rPr dirty="0"/>
              <a:t> </a:t>
            </a:r>
            <a:r>
              <a:rPr dirty="0" err="1"/>
              <a:t>Decisions에</a:t>
            </a:r>
            <a:r>
              <a:rPr dirty="0"/>
              <a:t> </a:t>
            </a:r>
            <a:r>
              <a:rPr dirty="0" err="1"/>
              <a:t>보내</a:t>
            </a:r>
            <a:r>
              <a:rPr dirty="0"/>
              <a:t> </a:t>
            </a:r>
            <a:r>
              <a:rPr dirty="0" err="1"/>
              <a:t>완료</a:t>
            </a:r>
            <a:r>
              <a:rPr dirty="0"/>
              <a:t>, </a:t>
            </a:r>
            <a:r>
              <a:rPr dirty="0" err="1"/>
              <a:t>계속</a:t>
            </a:r>
            <a:r>
              <a:rPr dirty="0"/>
              <a:t>, </a:t>
            </a:r>
            <a:r>
              <a:rPr dirty="0" err="1"/>
              <a:t>불확실</a:t>
            </a:r>
            <a:r>
              <a:rPr dirty="0"/>
              <a:t> </a:t>
            </a:r>
            <a:r>
              <a:rPr dirty="0" err="1"/>
              <a:t>중</a:t>
            </a:r>
            <a:r>
              <a:rPr dirty="0"/>
              <a:t> </a:t>
            </a:r>
            <a:r>
              <a:rPr dirty="0" err="1"/>
              <a:t>하나를</a:t>
            </a:r>
            <a:r>
              <a:rPr dirty="0"/>
              <a:t> </a:t>
            </a:r>
            <a:r>
              <a:rPr dirty="0" err="1"/>
              <a:t>받습니다</a:t>
            </a:r>
            <a:r>
              <a:rPr dirty="0"/>
              <a:t>. </a:t>
            </a:r>
            <a:r>
              <a:rPr dirty="0" err="1"/>
              <a:t>완료</a:t>
            </a:r>
            <a:r>
              <a:rPr dirty="0"/>
              <a:t> </a:t>
            </a:r>
            <a:r>
              <a:rPr dirty="0" err="1"/>
              <a:t>신뢰도가</a:t>
            </a:r>
            <a:r>
              <a:rPr dirty="0"/>
              <a:t> </a:t>
            </a:r>
            <a:r>
              <a:rPr dirty="0" err="1"/>
              <a:t>기준에</a:t>
            </a:r>
            <a:r>
              <a:rPr dirty="0"/>
              <a:t> </a:t>
            </a:r>
            <a:r>
              <a:rPr dirty="0" err="1"/>
              <a:t>못</a:t>
            </a:r>
            <a:r>
              <a:rPr dirty="0"/>
              <a:t> </a:t>
            </a:r>
            <a:r>
              <a:rPr dirty="0" err="1"/>
              <a:t>미치면</a:t>
            </a:r>
            <a:r>
              <a:rPr dirty="0"/>
              <a:t> </a:t>
            </a:r>
            <a:r>
              <a:rPr dirty="0" err="1"/>
              <a:t>기다리고</a:t>
            </a:r>
            <a:r>
              <a:rPr dirty="0"/>
              <a:t>, </a:t>
            </a:r>
            <a:r>
              <a:rPr dirty="0" err="1"/>
              <a:t>최대</a:t>
            </a:r>
            <a:r>
              <a:rPr dirty="0"/>
              <a:t> </a:t>
            </a:r>
            <a:r>
              <a:rPr dirty="0" err="1"/>
              <a:t>침묵</a:t>
            </a:r>
            <a:r>
              <a:rPr dirty="0"/>
              <a:t> 10초에서 </a:t>
            </a:r>
            <a:r>
              <a:rPr dirty="0" err="1"/>
              <a:t>묶음을</a:t>
            </a:r>
            <a:r>
              <a:rPr dirty="0"/>
              <a:t> </a:t>
            </a:r>
            <a:r>
              <a:rPr dirty="0" err="1"/>
              <a:t>확정합니다</a:t>
            </a:r>
            <a:r>
              <a:rPr dirty="0"/>
              <a:t>. </a:t>
            </a:r>
            <a:r>
              <a:rPr dirty="0" err="1"/>
              <a:t>그</a:t>
            </a:r>
            <a:r>
              <a:rPr dirty="0"/>
              <a:t> </a:t>
            </a:r>
            <a:r>
              <a:rPr dirty="0" err="1"/>
              <a:t>뒤</a:t>
            </a:r>
            <a:r>
              <a:rPr dirty="0"/>
              <a:t> </a:t>
            </a:r>
            <a:r>
              <a:rPr dirty="0" err="1"/>
              <a:t>보정한</a:t>
            </a:r>
            <a:r>
              <a:rPr dirty="0"/>
              <a:t> </a:t>
            </a:r>
            <a:r>
              <a:rPr dirty="0" err="1"/>
              <a:t>내용을</a:t>
            </a:r>
            <a:r>
              <a:rPr dirty="0"/>
              <a:t> </a:t>
            </a:r>
            <a:r>
              <a:rPr dirty="0" err="1"/>
              <a:t>주제</a:t>
            </a:r>
            <a:r>
              <a:rPr dirty="0"/>
              <a:t> </a:t>
            </a:r>
            <a:r>
              <a:rPr dirty="0" err="1"/>
              <a:t>마감</a:t>
            </a:r>
            <a:r>
              <a:rPr dirty="0"/>
              <a:t> </a:t>
            </a:r>
            <a:r>
              <a:rPr dirty="0" err="1"/>
              <a:t>시</a:t>
            </a:r>
            <a:r>
              <a:rPr dirty="0"/>
              <a:t> </a:t>
            </a:r>
            <a:r>
              <a:rPr dirty="0" err="1"/>
              <a:t>Responses로</a:t>
            </a:r>
            <a:r>
              <a:rPr dirty="0"/>
              <a:t> </a:t>
            </a:r>
            <a:r>
              <a:rPr dirty="0" err="1"/>
              <a:t>문장</a:t>
            </a:r>
            <a:r>
              <a:rPr dirty="0"/>
              <a:t> </a:t>
            </a:r>
            <a:r>
              <a:rPr dirty="0" err="1"/>
              <a:t>단위로</a:t>
            </a:r>
            <a:r>
              <a:rPr dirty="0"/>
              <a:t> </a:t>
            </a:r>
            <a:r>
              <a:rPr dirty="0" err="1"/>
              <a:t>나눕니다</a:t>
            </a:r>
            <a:r>
              <a:rPr dirty="0"/>
              <a:t>. </a:t>
            </a:r>
            <a:r>
              <a:rPr dirty="0" err="1"/>
              <a:t>서버는</a:t>
            </a:r>
            <a:r>
              <a:rPr dirty="0"/>
              <a:t> </a:t>
            </a:r>
            <a:r>
              <a:rPr dirty="0" err="1"/>
              <a:t>출처</a:t>
            </a:r>
            <a:r>
              <a:rPr dirty="0"/>
              <a:t> </a:t>
            </a:r>
            <a:r>
              <a:rPr dirty="0" err="1"/>
              <a:t>누락이나</a:t>
            </a:r>
            <a:r>
              <a:rPr dirty="0"/>
              <a:t> </a:t>
            </a:r>
            <a:r>
              <a:rPr dirty="0" err="1"/>
              <a:t>중복</a:t>
            </a:r>
            <a:r>
              <a:rPr dirty="0"/>
              <a:t>, </a:t>
            </a:r>
            <a:r>
              <a:rPr dirty="0" err="1"/>
              <a:t>다른</a:t>
            </a:r>
            <a:r>
              <a:rPr dirty="0"/>
              <a:t> </a:t>
            </a:r>
            <a:r>
              <a:rPr dirty="0" err="1"/>
              <a:t>화자의</a:t>
            </a:r>
            <a:r>
              <a:rPr dirty="0"/>
              <a:t> </a:t>
            </a:r>
            <a:r>
              <a:rPr dirty="0" err="1"/>
              <a:t>혼합을</a:t>
            </a:r>
            <a:r>
              <a:rPr dirty="0"/>
              <a:t> </a:t>
            </a:r>
            <a:r>
              <a:rPr dirty="0" err="1"/>
              <a:t>검사합니다</a:t>
            </a:r>
            <a:r>
              <a:rPr dirty="0"/>
              <a:t>. </a:t>
            </a:r>
            <a:r>
              <a:rPr dirty="0" err="1"/>
              <a:t>챗봇도</a:t>
            </a:r>
            <a:r>
              <a:rPr dirty="0"/>
              <a:t> </a:t>
            </a:r>
            <a:r>
              <a:rPr dirty="0" err="1"/>
              <a:t>요청과</a:t>
            </a:r>
            <a:r>
              <a:rPr dirty="0"/>
              <a:t> </a:t>
            </a:r>
            <a:r>
              <a:rPr dirty="0" err="1"/>
              <a:t>현재</a:t>
            </a:r>
            <a:r>
              <a:rPr dirty="0"/>
              <a:t> </a:t>
            </a:r>
            <a:r>
              <a:rPr dirty="0" err="1"/>
              <a:t>상태로</a:t>
            </a:r>
            <a:r>
              <a:rPr dirty="0"/>
              <a:t> </a:t>
            </a:r>
            <a:r>
              <a:rPr dirty="0" err="1"/>
              <a:t>가능한</a:t>
            </a:r>
            <a:r>
              <a:rPr dirty="0"/>
              <a:t> </a:t>
            </a:r>
            <a:r>
              <a:rPr dirty="0" err="1"/>
              <a:t>행동만</a:t>
            </a:r>
            <a:r>
              <a:rPr dirty="0"/>
              <a:t> </a:t>
            </a:r>
            <a:r>
              <a:rPr dirty="0" err="1"/>
              <a:t>분류합니다</a:t>
            </a:r>
            <a:r>
              <a:rPr dirty="0"/>
              <a:t>. </a:t>
            </a:r>
            <a:r>
              <a:rPr dirty="0" err="1"/>
              <a:t>권한을</a:t>
            </a:r>
            <a:r>
              <a:rPr dirty="0"/>
              <a:t> </a:t>
            </a:r>
            <a:r>
              <a:rPr dirty="0" err="1"/>
              <a:t>AI가</a:t>
            </a:r>
            <a:r>
              <a:rPr dirty="0"/>
              <a:t> </a:t>
            </a:r>
            <a:r>
              <a:rPr dirty="0" err="1"/>
              <a:t>새로</a:t>
            </a:r>
            <a:r>
              <a:rPr dirty="0"/>
              <a:t> </a:t>
            </a:r>
            <a:r>
              <a:rPr dirty="0" err="1"/>
              <a:t>만들</a:t>
            </a:r>
            <a:r>
              <a:rPr dirty="0"/>
              <a:t> </a:t>
            </a:r>
            <a:r>
              <a:rPr dirty="0" err="1"/>
              <a:t>수는</a:t>
            </a:r>
            <a:r>
              <a:rPr dirty="0"/>
              <a:t> </a:t>
            </a:r>
            <a:r>
              <a:rPr dirty="0" err="1"/>
              <a:t>없고</a:t>
            </a:r>
            <a:r>
              <a:rPr dirty="0"/>
              <a:t>, </a:t>
            </a:r>
            <a:r>
              <a:rPr dirty="0" err="1"/>
              <a:t>서버가</a:t>
            </a:r>
            <a:r>
              <a:rPr dirty="0"/>
              <a:t> </a:t>
            </a:r>
            <a:r>
              <a:rPr dirty="0" err="1"/>
              <a:t>사용자와</a:t>
            </a:r>
            <a:r>
              <a:rPr dirty="0"/>
              <a:t> </a:t>
            </a:r>
            <a:r>
              <a:rPr dirty="0" err="1"/>
              <a:t>주제</a:t>
            </a:r>
            <a:r>
              <a:rPr dirty="0"/>
              <a:t>, </a:t>
            </a:r>
            <a:r>
              <a:rPr dirty="0" err="1"/>
              <a:t>최신</a:t>
            </a:r>
            <a:r>
              <a:rPr dirty="0"/>
              <a:t> </a:t>
            </a:r>
            <a:r>
              <a:rPr dirty="0" err="1"/>
              <a:t>버전을</a:t>
            </a:r>
            <a:r>
              <a:rPr dirty="0"/>
              <a:t> </a:t>
            </a:r>
            <a:r>
              <a:rPr dirty="0" err="1"/>
              <a:t>확인한</a:t>
            </a:r>
            <a:r>
              <a:rPr dirty="0"/>
              <a:t> </a:t>
            </a:r>
            <a:r>
              <a:rPr dirty="0" err="1"/>
              <a:t>뒤</a:t>
            </a:r>
            <a:r>
              <a:rPr dirty="0"/>
              <a:t> </a:t>
            </a:r>
            <a:r>
              <a:rPr dirty="0" err="1"/>
              <a:t>실행합니다</a:t>
            </a:r>
            <a:r>
              <a:rPr dirty="0"/>
              <a:t>.”</a:t>
            </a:r>
          </a:p>
          <a:p>
            <a:endParaRPr dirty="0"/>
          </a:p>
          <a:p>
            <a:r>
              <a:rPr dirty="0" err="1"/>
              <a:t>근거와</a:t>
            </a:r>
            <a:r>
              <a:rPr dirty="0"/>
              <a:t> </a:t>
            </a:r>
            <a:r>
              <a:rPr dirty="0" err="1"/>
              <a:t>발표</a:t>
            </a:r>
            <a:r>
              <a:rPr dirty="0"/>
              <a:t> </a:t>
            </a:r>
            <a:r>
              <a:rPr dirty="0" err="1"/>
              <a:t>범위</a:t>
            </a:r>
            <a:endParaRPr dirty="0"/>
          </a:p>
          <a:p>
            <a:endParaRPr dirty="0"/>
          </a:p>
          <a:p>
            <a:r>
              <a:rPr dirty="0" err="1"/>
              <a:t>이번</a:t>
            </a:r>
            <a:r>
              <a:rPr dirty="0"/>
              <a:t> </a:t>
            </a:r>
            <a:r>
              <a:rPr dirty="0" err="1"/>
              <a:t>발화는</a:t>
            </a:r>
            <a:r>
              <a:rPr dirty="0"/>
              <a:t> `complete / 0.67`로 </a:t>
            </a:r>
            <a:r>
              <a:rPr dirty="0" err="1"/>
              <a:t>기준</a:t>
            </a:r>
            <a:r>
              <a:rPr dirty="0"/>
              <a:t> </a:t>
            </a:r>
            <a:r>
              <a:rPr dirty="0" err="1"/>
              <a:t>미달이어서</a:t>
            </a:r>
            <a:r>
              <a:rPr dirty="0"/>
              <a:t> `</a:t>
            </a:r>
            <a:r>
              <a:rPr dirty="0" err="1"/>
              <a:t>silence_timeout`으로</a:t>
            </a:r>
            <a:r>
              <a:rPr dirty="0"/>
              <a:t> </a:t>
            </a:r>
            <a:r>
              <a:rPr dirty="0" err="1"/>
              <a:t>확정됐다</a:t>
            </a:r>
            <a:r>
              <a:rPr dirty="0"/>
              <a:t>. </a:t>
            </a:r>
            <a:r>
              <a:rPr dirty="0" err="1"/>
              <a:t>Decisions가</a:t>
            </a:r>
            <a:r>
              <a:rPr dirty="0"/>
              <a:t> </a:t>
            </a:r>
            <a:r>
              <a:rPr dirty="0" err="1"/>
              <a:t>조기에</a:t>
            </a:r>
            <a:r>
              <a:rPr dirty="0"/>
              <a:t> </a:t>
            </a:r>
            <a:r>
              <a:rPr dirty="0" err="1"/>
              <a:t>완료시킨</a:t>
            </a:r>
            <a:r>
              <a:rPr dirty="0"/>
              <a:t> </a:t>
            </a:r>
            <a:r>
              <a:rPr dirty="0" err="1"/>
              <a:t>성공</a:t>
            </a:r>
            <a:r>
              <a:rPr dirty="0"/>
              <a:t> </a:t>
            </a:r>
            <a:r>
              <a:rPr dirty="0" err="1"/>
              <a:t>사례로</a:t>
            </a:r>
            <a:r>
              <a:rPr dirty="0"/>
              <a:t> </a:t>
            </a:r>
            <a:r>
              <a:rPr dirty="0" err="1"/>
              <a:t>바꾸지</a:t>
            </a:r>
            <a:r>
              <a:rPr dirty="0"/>
              <a:t> </a:t>
            </a:r>
            <a:r>
              <a:rPr dirty="0" err="1"/>
              <a:t>않는다</a:t>
            </a:r>
            <a:r>
              <a:rPr dirty="0"/>
              <a:t>. </a:t>
            </a:r>
            <a:r>
              <a:rPr dirty="0" err="1"/>
              <a:t>챗봇도</a:t>
            </a:r>
            <a:r>
              <a:rPr dirty="0"/>
              <a:t> 0.85 </a:t>
            </a:r>
            <a:r>
              <a:rPr dirty="0" err="1"/>
              <a:t>미만</a:t>
            </a:r>
            <a:r>
              <a:rPr dirty="0"/>
              <a:t> </a:t>
            </a:r>
            <a:r>
              <a:rPr dirty="0" err="1"/>
              <a:t>또는</a:t>
            </a:r>
            <a:r>
              <a:rPr dirty="0"/>
              <a:t> </a:t>
            </a:r>
            <a:r>
              <a:rPr dirty="0" err="1"/>
              <a:t>미허용</a:t>
            </a:r>
            <a:r>
              <a:rPr dirty="0"/>
              <a:t> </a:t>
            </a:r>
            <a:r>
              <a:rPr dirty="0" err="1"/>
              <a:t>행동이면</a:t>
            </a:r>
            <a:r>
              <a:rPr dirty="0"/>
              <a:t> </a:t>
            </a:r>
            <a:r>
              <a:rPr dirty="0" err="1"/>
              <a:t>실행</a:t>
            </a:r>
            <a:r>
              <a:rPr dirty="0"/>
              <a:t> </a:t>
            </a:r>
            <a:r>
              <a:rPr dirty="0" err="1"/>
              <a:t>없이</a:t>
            </a:r>
            <a:r>
              <a:rPr dirty="0"/>
              <a:t> </a:t>
            </a:r>
            <a:r>
              <a:rPr dirty="0" err="1"/>
              <a:t>되묻는다</a:t>
            </a:r>
            <a:r>
              <a:rPr dirty="0"/>
              <a:t>. </a:t>
            </a:r>
            <a:r>
              <a:rPr dirty="0" err="1"/>
              <a:t>주제</a:t>
            </a:r>
            <a:r>
              <a:rPr dirty="0"/>
              <a:t> </a:t>
            </a:r>
            <a:r>
              <a:rPr dirty="0" err="1"/>
              <a:t>전환·피드백</a:t>
            </a:r>
            <a:r>
              <a:rPr dirty="0"/>
              <a:t> </a:t>
            </a:r>
            <a:r>
              <a:rPr dirty="0" err="1"/>
              <a:t>승인에는</a:t>
            </a:r>
            <a:r>
              <a:rPr dirty="0"/>
              <a:t> </a:t>
            </a:r>
            <a:r>
              <a:rPr dirty="0" err="1"/>
              <a:t>별도의</a:t>
            </a:r>
            <a:r>
              <a:rPr dirty="0"/>
              <a:t> </a:t>
            </a:r>
            <a:r>
              <a:rPr dirty="0" err="1"/>
              <a:t>서버</a:t>
            </a:r>
            <a:r>
              <a:rPr dirty="0"/>
              <a:t> </a:t>
            </a:r>
            <a:r>
              <a:rPr dirty="0" err="1"/>
              <a:t>상태</a:t>
            </a:r>
            <a:r>
              <a:rPr dirty="0"/>
              <a:t> </a:t>
            </a:r>
            <a:r>
              <a:rPr dirty="0" err="1"/>
              <a:t>검사가</a:t>
            </a:r>
            <a:r>
              <a:rPr dirty="0"/>
              <a:t> </a:t>
            </a:r>
            <a:r>
              <a:rPr dirty="0" err="1"/>
              <a:t>있다</a:t>
            </a:r>
            <a:r>
              <a:rPr dirty="0"/>
              <a:t>. [</a:t>
            </a:r>
            <a:r>
              <a:rPr dirty="0" err="1"/>
              <a:t>근거</a:t>
            </a:r>
            <a:r>
              <a:rPr dirty="0"/>
              <a:t> E03·E04·E06](evidence-</a:t>
            </a:r>
            <a:r>
              <a:rPr dirty="0" err="1"/>
              <a:t>audit.md</a:t>
            </a:r>
            <a:r>
              <a:rPr dirty="0"/>
              <a:t>)</a:t>
            </a:r>
          </a:p>
          <a:p>
            <a:endParaRPr dirty="0"/>
          </a:p>
          <a:p>
            <a:r>
              <a:rPr dirty="0" err="1"/>
              <a:t>기준</a:t>
            </a:r>
            <a:r>
              <a:rPr dirty="0"/>
              <a:t>: 2026-10-09 </a:t>
            </a:r>
            <a:r>
              <a:rPr dirty="0" err="1"/>
              <a:t>실행</a:t>
            </a:r>
            <a:r>
              <a:rPr dirty="0"/>
              <a:t> </a:t>
            </a:r>
            <a:r>
              <a:rPr dirty="0" err="1"/>
              <a:t>및</a:t>
            </a:r>
            <a:r>
              <a:rPr dirty="0"/>
              <a:t> </a:t>
            </a:r>
            <a:r>
              <a:rPr dirty="0" err="1"/>
              <a:t>코드</a:t>
            </a:r>
            <a:r>
              <a:rPr dirty="0"/>
              <a:t> HEAD 35290d32715d4c2852c0c3f62aa12b1c3d726a79</a:t>
            </a:r>
          </a:p>
          <a:p>
            <a:endParaRPr dirty="0"/>
          </a:p>
          <a:p>
            <a:r>
              <a:rPr dirty="0" err="1"/>
              <a:t>근거</a:t>
            </a:r>
            <a:r>
              <a:rPr dirty="0"/>
              <a:t> </a:t>
            </a:r>
            <a:r>
              <a:rPr dirty="0" err="1"/>
              <a:t>파일</a:t>
            </a:r>
            <a:r>
              <a:rPr dirty="0"/>
              <a:t> (</a:t>
            </a:r>
            <a:r>
              <a:rPr dirty="0" err="1"/>
              <a:t>프로젝트</a:t>
            </a:r>
            <a:r>
              <a:rPr dirty="0"/>
              <a:t> </a:t>
            </a:r>
            <a:r>
              <a:rPr dirty="0" err="1"/>
              <a:t>루트</a:t>
            </a:r>
            <a:r>
              <a:rPr dirty="0"/>
              <a:t> </a:t>
            </a:r>
            <a:r>
              <a:rPr dirty="0" err="1"/>
              <a:t>기준</a:t>
            </a:r>
            <a:r>
              <a:rPr dirty="0"/>
              <a:t>)</a:t>
            </a:r>
          </a:p>
          <a:p>
            <a:endParaRPr dirty="0"/>
          </a:p>
          <a:p>
            <a:r>
              <a:rPr dirty="0"/>
              <a:t>packages/ai/</a:t>
            </a:r>
            <a:r>
              <a:rPr dirty="0" err="1"/>
              <a:t>src</a:t>
            </a:r>
            <a:r>
              <a:rPr dirty="0"/>
              <a:t>/speech-</a:t>
            </a:r>
            <a:r>
              <a:rPr dirty="0" err="1"/>
              <a:t>boundary.ts</a:t>
            </a:r>
            <a:endParaRPr dirty="0"/>
          </a:p>
          <a:p>
            <a:endParaRPr dirty="0"/>
          </a:p>
          <a:p>
            <a:r>
              <a:rPr dirty="0"/>
              <a:t>packages/ai/</a:t>
            </a:r>
            <a:r>
              <a:rPr dirty="0" err="1"/>
              <a:t>src</a:t>
            </a:r>
            <a:r>
              <a:rPr dirty="0"/>
              <a:t>/group-</a:t>
            </a:r>
            <a:r>
              <a:rPr dirty="0" err="1"/>
              <a:t>sentences.ts</a:t>
            </a:r>
            <a:endParaRPr dirty="0"/>
          </a:p>
          <a:p>
            <a:endParaRPr dirty="0"/>
          </a:p>
          <a:p>
            <a:r>
              <a:rPr dirty="0"/>
              <a:t>packages/ai/</a:t>
            </a:r>
            <a:r>
              <a:rPr dirty="0" err="1"/>
              <a:t>src</a:t>
            </a:r>
            <a:r>
              <a:rPr dirty="0"/>
              <a:t>/</a:t>
            </a:r>
            <a:r>
              <a:rPr dirty="0" err="1"/>
              <a:t>chat.ts</a:t>
            </a:r>
            <a:endParaRPr dirty="0"/>
          </a:p>
          <a:p>
            <a:endParaRPr dirty="0"/>
          </a:p>
          <a:p>
            <a:r>
              <a:rPr dirty="0"/>
              <a:t>apps/</a:t>
            </a:r>
            <a:r>
              <a:rPr dirty="0" err="1"/>
              <a:t>api</a:t>
            </a:r>
            <a:r>
              <a:rPr dirty="0"/>
              <a:t>/</a:t>
            </a:r>
            <a:r>
              <a:rPr dirty="0" err="1"/>
              <a:t>src</a:t>
            </a:r>
            <a:r>
              <a:rPr dirty="0"/>
              <a:t>/domain/</a:t>
            </a:r>
            <a:r>
              <a:rPr dirty="0" err="1"/>
              <a:t>commands.ts</a:t>
            </a:r>
            <a:endParaRPr dirty="0"/>
          </a:p>
          <a:p>
            <a:endParaRPr dirty="0"/>
          </a:p>
          <a:p>
            <a:r>
              <a:rPr dirty="0"/>
              <a:t>docs/presentation/evidence/</a:t>
            </a:r>
            <a:r>
              <a:rPr dirty="0" err="1"/>
              <a:t>decisions.jsonl</a:t>
            </a:r>
            <a:endParaRPr dirty="0"/>
          </a:p>
          <a:p>
            <a:endParaRPr dirty="0"/>
          </a:p>
          <a:p>
            <a:r>
              <a:rPr dirty="0" err="1"/>
              <a:t>통합</a:t>
            </a:r>
            <a:r>
              <a:rPr dirty="0"/>
              <a:t> </a:t>
            </a:r>
            <a:r>
              <a:rPr dirty="0" err="1"/>
              <a:t>근거</a:t>
            </a:r>
            <a:r>
              <a:rPr dirty="0"/>
              <a:t>: docs/presentation/evidence-</a:t>
            </a:r>
            <a:r>
              <a:rPr dirty="0" err="1"/>
              <a:t>audit.md</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슬라이드 11 / 8:25–9:15 · 50초</a:t>
            </a:r>
          </a:p>
          <a:p>
            <a:endParaRPr/>
          </a:p>
          <a:p>
            <a:r>
              <a:t>발표 대본</a:t>
            </a:r>
          </a:p>
          <a:p>
            <a:endParaRPr/>
          </a:p>
          <a:p>
            <a:r>
              <a:t>“첫 도입 후보는 정기적으로 만나는 대학 영어회화 스터디입니다. 이미 관계와 모임 시간이 있어 현재의 아이디 초대 방식과 잘 맞습니다. 학생 두 명이 사용하고, 동아리나 회화 프로그램 담당자가 시범 운영을 맡는 형태를 제안합니다. 구매 후보는 대학 어학교육원이나 비교과 담당 부서입니다. 주제 준비와 표현 정리의 부담을 줄이고, 누적된 경험과 학습 기록을 다음 모임에 다시 쓰는 것이 기대 가치입니다. 다만 구매 의사와 절감 효과는 가설입니다. 4주 파일럿에서 준비 시간, 다시 참여하는지, 기록을 복습하는지를 먼저 확인하겠습니다.”</a:t>
            </a:r>
          </a:p>
          <a:p>
            <a:endParaRPr/>
          </a:p>
          <a:p>
            <a:r>
              <a:t>근거와 발표 범위</a:t>
            </a:r>
          </a:p>
          <a:p>
            <a:endParaRPr/>
          </a:p>
          <a:p>
            <a:r>
              <a:t>4주 후 조건부로 프로그램 단위 이용권이나 활성 스터디 단위 과금 의향을 인터뷰한다. 가격은 미정이다. 운영자는 참여 안내와 모임 진행을 맡고 참여자는 자신의 전사·공유를 확인한다. 현재 기관 관리 대시보드·과금·자동 복습 알림은 없으므로 파일럿 운영은 외부 진행표로 보완해야 한다. 비용은 `음성 처리량 + 텍스트/판단 호출 + 주제 이미지 + 저장/서버`로 계산하고, 동일 스터디의 준비·정리 시간 변화와 비교한다. 비용·대기시간 절감은 아직 측정하지 않았다. 사업성 표본·도입 의사·유지율도 미확인이다. [제안 근거와 검증안](evidence-audit.md#e08-도입-가설)</a:t>
            </a:r>
          </a:p>
          <a:p>
            <a:endParaRPr/>
          </a:p>
          <a:p>
            <a:r>
              <a:t>기준: 2026-10-09 실행 및 코드 HEAD 35290d32715d4c2852c0c3f62aa12b1c3d726a79</a:t>
            </a:r>
          </a:p>
          <a:p>
            <a:endParaRPr/>
          </a:p>
          <a:p>
            <a:r>
              <a:t>근거 파일 (프로젝트 루트 기준)</a:t>
            </a:r>
          </a:p>
          <a:p>
            <a:endParaRPr/>
          </a:p>
          <a:p>
            <a:r>
              <a:t>docs/presentation/evidence-audit.md#e08-도입-가설</a:t>
            </a:r>
          </a:p>
          <a:p>
            <a:endParaRPr/>
          </a:p>
          <a:p>
            <a:r>
              <a:t>통합 근거: docs/presentation/evidence-audit.md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슬라이드 12 / 9:15–10:00 · 45초</a:t>
            </a:r>
          </a:p>
          <a:p>
            <a:endParaRPr/>
          </a:p>
          <a:p>
            <a:r>
              <a:t>37초에 한 번 클릭하면 마지막 메시지로 전환합니다. Codex 작업 경위는 사용자 설명, 구현과 통합은 코드로 확인했습니다.</a:t>
            </a:r>
          </a:p>
          <a:p>
            <a:endParaRPr/>
          </a:p>
          <a:p>
            <a:r>
              <a:t>발표 대본</a:t>
            </a:r>
          </a:p>
          <a:p>
            <a:endParaRPr/>
          </a:p>
          <a:p>
            <a:r>
              <a:t>“Codex 활용은 문제를 발견하고 수정하는 과정에 있었습니다. 전사가 끊기는 것을 보고 음성 테스트 모듈과 Decisions 기반 발화 묶음으로 발전시켰습니다. 챗봇의 이상한 요청 처리도 발견해 가능한 행동 안에서 분류하고 서버가 실행하도록 제한했습니다. 코드 변경은 전사 저장과 검토 화면, 서버 명령에 통합했고 테스트와 실제 실행으로 확인했습니다. 여전히 과도한 보류와 음성 품질은 개선할 부분입니다. 사람과 이야기하는 시간은 이어가고, 준비와 기록은 말모아가 돕겠습니다.”</a:t>
            </a:r>
          </a:p>
          <a:p>
            <a:endParaRPr/>
          </a:p>
          <a:p>
            <a:r>
              <a:t>근거와 발표 범위</a:t>
            </a:r>
          </a:p>
          <a:p>
            <a:endParaRPr/>
          </a:p>
          <a:p>
            <a:r>
              <a:t>문제 발견과 Codex에 맡긴 경위는 이번 대화에서 받은 사용자 설명이다. 테스트 모듈·발화 묶음·챗봇 제한의 코드와 통합 경로는 직접 확인했다. Codex 대화 원문이나 사람이 수정한 모든 라인, 소요 시간은 확인하지 않았다. [근거 E09](evidence-audit.md#e09-codex-활용-근거)</a:t>
            </a:r>
          </a:p>
          <a:p>
            <a:endParaRPr/>
          </a:p>
          <a:p>
            <a:r>
              <a:t>---</a:t>
            </a:r>
          </a:p>
          <a:p>
            <a:endParaRPr/>
          </a:p>
          <a:p>
            <a:r>
              <a:t>기준: 2026-10-09 실행 및 코드 HEAD 35290d32715d4c2852c0c3f62aa12b1c3d726a79</a:t>
            </a:r>
          </a:p>
          <a:p>
            <a:endParaRPr/>
          </a:p>
          <a:p>
            <a:r>
              <a:t>근거 파일 (프로젝트 루트 기준)</a:t>
            </a:r>
          </a:p>
          <a:p>
            <a:endParaRPr/>
          </a:p>
          <a:p>
            <a:r>
              <a:t>packages/test-voice/README.md</a:t>
            </a:r>
          </a:p>
          <a:p>
            <a:endParaRPr/>
          </a:p>
          <a:p>
            <a:r>
              <a:t>packages/ai/src/speech-boundary.ts</a:t>
            </a:r>
          </a:p>
          <a:p>
            <a:endParaRPr/>
          </a:p>
          <a:p>
            <a:r>
              <a:t>packages/ai/src/chat-decision.ts</a:t>
            </a:r>
          </a:p>
          <a:p>
            <a:endParaRPr/>
          </a:p>
          <a:p>
            <a:r>
              <a:t>docs/presentation/evidence-audit.md#e09-codex-활용-근거</a:t>
            </a:r>
          </a:p>
          <a:p>
            <a:endParaRPr/>
          </a:p>
          <a:p>
            <a:r>
              <a:t>통합 근거: docs/presentation/evidence-audit.md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9E918374-3CFF-499C-8BD8-9A7CAB9A7F06}"/>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Subtitle">
            <a:extLst>
              <a:ext uri="{FF2B5EF4-FFF2-40B4-BE49-F238E27FC236}">
                <a16:creationId xmlns:a16="http://schemas.microsoft.com/office/drawing/2014/main" id="{4856067A-2B50-4DEA-87DA-39F6FDAE6542}"/>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657C58A3-3C6C-4622-8EE2-084729632EAC}"/>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5830229E-085A-499A-B433-96EADE00DB1B}"/>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Body">
            <a:extLst>
              <a:ext uri="{FF2B5EF4-FFF2-40B4-BE49-F238E27FC236}">
                <a16:creationId xmlns:a16="http://schemas.microsoft.com/office/drawing/2014/main" id="{FC3B8D2A-1B3A-46F6-8AF5-1A90258277E1}"/>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10F3FDD3-507D-416F-A466-FCE2FE8E8D55}"/>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66193E8E-F37E-4FDA-BD39-8ED5E6E7AF1D}"/>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
        <p:nvSpPr>
          <p:cNvPr id="3" name="Right column">
            <a:extLst>
              <a:ext uri="{FF2B5EF4-FFF2-40B4-BE49-F238E27FC236}">
                <a16:creationId xmlns:a16="http://schemas.microsoft.com/office/drawing/2014/main" id="{E0E330B3-58AA-4B60-8E8B-B14CD69EF159}"/>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34EE839E-7976-40B4-A213-FC39180D80E3}"/>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B846A86D-637C-4D76-BAA8-B18755E0BE82}"/>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6.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8F6FF"/>
        </a:solidFill>
        <a:effectLst/>
      </p:bgPr>
    </p:bg>
    <p:spTree>
      <p:nvGrpSpPr>
        <p:cNvPr id="1" name=""/>
        <p:cNvGrpSpPr/>
        <p:nvPr/>
      </p:nvGrpSpPr>
      <p:grpSpPr>
        <a:xfrm>
          <a:off x="0" y="0"/>
          <a:ext cx="0" cy="0"/>
          <a:chOff x="0" y="0"/>
          <a:chExt cx="0" cy="0"/>
        </a:xfrm>
      </p:grpSpPr>
      <p:pic>
        <p:nvPicPr>
          <p:cNvPr id="9" name="그림 8">
            <a:extLst>
              <a:ext uri="{FF2B5EF4-FFF2-40B4-BE49-F238E27FC236}">
                <a16:creationId xmlns:a16="http://schemas.microsoft.com/office/drawing/2014/main" id="{9B9D687E-2A9F-411B-A548-3B8ACE2273BF}"/>
              </a:ext>
            </a:extLst>
          </p:cNvPr>
          <p:cNvPicPr>
            <a:picLocks noChangeAspect="1"/>
          </p:cNvPicPr>
          <p:nvPr/>
        </p:nvPicPr>
        <p:blipFill>
          <a:blip r:embed="rId3"/>
          <a:stretch/>
        </p:blipFill>
        <p:spPr>
          <a:xfrm>
            <a:off x="523875" y="428625"/>
            <a:ext cx="1809750" cy="489697"/>
          </a:xfrm>
          <a:prstGeom prst="rect">
            <a:avLst/>
          </a:prstGeom>
        </p:spPr>
      </p:pic>
      <p:sp>
        <p:nvSpPr>
          <p:cNvPr id="2" name="text-1">
            <a:extLst>
              <a:ext uri="{FF2B5EF4-FFF2-40B4-BE49-F238E27FC236}">
                <a16:creationId xmlns:a16="http://schemas.microsoft.com/office/drawing/2014/main" id="{5D70A171-8222-4E32-964E-4FDDAB4C2B8A}"/>
              </a:ext>
            </a:extLst>
          </p:cNvPr>
          <p:cNvSpPr>
            <a:spLocks noGrp="1"/>
          </p:cNvSpPr>
          <p:nvPr/>
        </p:nvSpPr>
        <p:spPr>
          <a:xfrm>
            <a:off x="609600" y="2000250"/>
            <a:ext cx="11049000" cy="1857375"/>
          </a:xfrm>
          <a:prstGeom prst="rect">
            <a:avLst/>
          </a:prstGeom>
          <a:noFill/>
          <a:ln w="0">
            <a:noFill/>
          </a:ln>
        </p:spPr>
        <p:txBody>
          <a:bodyPr wrap="square" lIns="0" tIns="0" rIns="0" bIns="0" anchor="t">
            <a:noAutofit/>
          </a:bodyPr>
          <a:lstStyle>
            <a:defPPr>
              <a:defRPr sz="5850" b="1">
                <a:solidFill>
                  <a:srgbClr val="111111"/>
                </a:solidFill>
                <a:latin typeface="Pretendard"/>
                <a:ea typeface="Pretendard"/>
                <a:cs typeface="Pretendard"/>
              </a:defRPr>
            </a:defPPr>
          </a:lstStyle>
          <a:p>
            <a:pPr>
              <a:lnSpc>
                <a:spcPct val="112000"/>
              </a:lnSpc>
              <a:buNone/>
              <a:defRPr sz="5850" b="1">
                <a:solidFill>
                  <a:srgbClr val="111111"/>
                </a:solidFill>
                <a:latin typeface="Pretendard"/>
                <a:ea typeface="Pretendard"/>
                <a:cs typeface="Pretendard"/>
              </a:defRPr>
            </a:pPr>
            <a:r>
              <a:rPr sz="5850" b="1">
                <a:solidFill>
                  <a:srgbClr val="111111"/>
                </a:solidFill>
                <a:latin typeface="Pretendard"/>
                <a:ea typeface="Pretendard"/>
                <a:cs typeface="Pretendard"/>
              </a:rPr>
              <a:t>AI가 인간을</a:t>
            </a:r>
          </a:p>
          <a:p>
            <a:pPr>
              <a:lnSpc>
                <a:spcPct val="112000"/>
              </a:lnSpc>
              <a:buNone/>
              <a:defRPr sz="5850" b="1">
                <a:solidFill>
                  <a:srgbClr val="111111"/>
                </a:solidFill>
                <a:latin typeface="Pretendard"/>
                <a:ea typeface="Pretendard"/>
                <a:cs typeface="Pretendard"/>
              </a:defRPr>
            </a:pPr>
            <a:r>
              <a:rPr sz="5850" b="1">
                <a:solidFill>
                  <a:srgbClr val="111111"/>
                </a:solidFill>
                <a:latin typeface="Pretendard"/>
                <a:ea typeface="Pretendard"/>
                <a:cs typeface="Pretendard"/>
              </a:rPr>
              <a:t>대체할까?</a:t>
            </a:r>
          </a:p>
        </p:txBody>
      </p:sp>
      <p:sp>
        <p:nvSpPr>
          <p:cNvPr id="3" name="text-2">
            <a:extLst>
              <a:ext uri="{FF2B5EF4-FFF2-40B4-BE49-F238E27FC236}">
                <a16:creationId xmlns:a16="http://schemas.microsoft.com/office/drawing/2014/main" id="{F2A24FD5-B643-47EA-A159-B6D5097E0FCC}"/>
              </a:ext>
            </a:extLst>
          </p:cNvPr>
          <p:cNvSpPr>
            <a:spLocks noGrp="1"/>
          </p:cNvSpPr>
          <p:nvPr/>
        </p:nvSpPr>
        <p:spPr>
          <a:xfrm>
            <a:off x="647700" y="4276725"/>
            <a:ext cx="10668000" cy="552450"/>
          </a:xfrm>
          <a:prstGeom prst="rect">
            <a:avLst/>
          </a:prstGeom>
          <a:noFill/>
          <a:ln w="0">
            <a:noFill/>
          </a:ln>
        </p:spPr>
        <p:txBody>
          <a:bodyPr wrap="square" lIns="0" tIns="0" rIns="0" bIns="0" anchor="t">
            <a:noAutofit/>
          </a:bodyPr>
          <a:lstStyle>
            <a:defPPr>
              <a:defRPr sz="2550" b="0">
                <a:solidFill>
                  <a:srgbClr val="5D5D5D"/>
                </a:solidFill>
                <a:latin typeface="Pretendard"/>
                <a:ea typeface="Pretendard"/>
                <a:cs typeface="Pretendard"/>
              </a:defRPr>
            </a:defPPr>
          </a:lstStyle>
          <a:p>
            <a:pPr>
              <a:lnSpc>
                <a:spcPct val="112000"/>
              </a:lnSpc>
              <a:buNone/>
              <a:defRPr sz="2550" b="0">
                <a:solidFill>
                  <a:srgbClr val="5D5D5D"/>
                </a:solidFill>
                <a:latin typeface="Pretendard"/>
                <a:ea typeface="Pretendard"/>
                <a:cs typeface="Pretendard"/>
              </a:defRPr>
            </a:pPr>
            <a:r>
              <a:rPr sz="2550" b="0">
                <a:solidFill>
                  <a:srgbClr val="5D5D5D"/>
                </a:solidFill>
                <a:latin typeface="Pretendard"/>
                <a:ea typeface="Pretendard"/>
                <a:cs typeface="Pretendard"/>
              </a:rPr>
              <a:t>취업 기회도, 함께 공부하던 시간도?</a:t>
            </a:r>
          </a:p>
        </p:txBody>
      </p:sp>
      <p:sp>
        <p:nvSpPr>
          <p:cNvPr id="4" name="box-3">
            <a:extLst>
              <a:ext uri="{FF2B5EF4-FFF2-40B4-BE49-F238E27FC236}">
                <a16:creationId xmlns:a16="http://schemas.microsoft.com/office/drawing/2014/main" id="{367D763F-6D38-4A63-A911-A3BF7FBE7AF6}"/>
              </a:ext>
            </a:extLst>
          </p:cNvPr>
          <p:cNvSpPr>
            <a:spLocks noGrp="1"/>
          </p:cNvSpPr>
          <p:nvPr/>
        </p:nvSpPr>
        <p:spPr>
          <a:xfrm>
            <a:off x="533400" y="6343650"/>
            <a:ext cx="11125200" cy="14288"/>
          </a:xfrm>
          <a:prstGeom prst="rect">
            <a:avLst/>
          </a:prstGeom>
          <a:solidFill>
            <a:srgbClr val="DCCCFF"/>
          </a:solidFill>
          <a:ln w="0">
            <a:noFill/>
          </a:ln>
        </p:spPr>
        <p:txBody>
          <a:bodyPr/>
          <a:lstStyle/>
          <a:p>
            <a:endParaRPr lang="ko-KR" altLang="en-US"/>
          </a:p>
        </p:txBody>
      </p:sp>
      <p:sp>
        <p:nvSpPr>
          <p:cNvPr id="5" name="text-4">
            <a:extLst>
              <a:ext uri="{FF2B5EF4-FFF2-40B4-BE49-F238E27FC236}">
                <a16:creationId xmlns:a16="http://schemas.microsoft.com/office/drawing/2014/main" id="{57143A0D-9150-498E-A792-1A83C0C95FDD}"/>
              </a:ext>
            </a:extLst>
          </p:cNvPr>
          <p:cNvSpPr>
            <a:spLocks noGrp="1"/>
          </p:cNvSpPr>
          <p:nvPr/>
        </p:nvSpPr>
        <p:spPr>
          <a:xfrm>
            <a:off x="533400" y="6477000"/>
            <a:ext cx="10668000" cy="209550"/>
          </a:xfrm>
          <a:prstGeom prst="rect">
            <a:avLst/>
          </a:prstGeom>
          <a:noFill/>
          <a:ln w="0">
            <a:noFill/>
          </a:ln>
        </p:spPr>
        <p:txBody>
          <a:bodyPr wrap="square" lIns="0" tIns="0" rIns="0" bIns="0" anchor="t">
            <a:noAutofit/>
          </a:bodyPr>
          <a:lstStyle>
            <a:defPPr>
              <a:defRPr sz="1200" b="0">
                <a:solidFill>
                  <a:srgbClr val="5D5D5D"/>
                </a:solidFill>
                <a:latin typeface="Pretendard"/>
                <a:ea typeface="Pretendard"/>
                <a:cs typeface="Pretendard"/>
              </a:defRPr>
            </a:defPPr>
          </a:lstStyle>
          <a:p>
            <a:pPr>
              <a:lnSpc>
                <a:spcPct val="112000"/>
              </a:lnSpc>
              <a:buNone/>
              <a:defRPr sz="1200" b="0">
                <a:solidFill>
                  <a:srgbClr val="5D5D5D"/>
                </a:solidFill>
                <a:latin typeface="Pretendard"/>
                <a:ea typeface="Pretendard"/>
                <a:cs typeface="Pretendard"/>
              </a:defRPr>
            </a:pPr>
            <a:r>
              <a:rPr sz="1200" b="0">
                <a:solidFill>
                  <a:srgbClr val="5D5D5D"/>
                </a:solidFill>
                <a:latin typeface="Pretendard"/>
                <a:ea typeface="Pretendard"/>
                <a:cs typeface="Pretendard"/>
              </a:rPr>
              <a:t>말모아 · 사람과 나누는 영어 대화</a:t>
            </a:r>
          </a:p>
        </p:txBody>
      </p:sp>
      <p:sp>
        <p:nvSpPr>
          <p:cNvPr id="6" name="text-5">
            <a:extLst>
              <a:ext uri="{FF2B5EF4-FFF2-40B4-BE49-F238E27FC236}">
                <a16:creationId xmlns:a16="http://schemas.microsoft.com/office/drawing/2014/main" id="{CDD05EDB-DD8E-45D5-8752-FC494751FE70}"/>
              </a:ext>
            </a:extLst>
          </p:cNvPr>
          <p:cNvSpPr>
            <a:spLocks noGrp="1"/>
          </p:cNvSpPr>
          <p:nvPr/>
        </p:nvSpPr>
        <p:spPr>
          <a:xfrm>
            <a:off x="11363325" y="6477000"/>
            <a:ext cx="342900" cy="228600"/>
          </a:xfrm>
          <a:prstGeom prst="rect">
            <a:avLst/>
          </a:prstGeom>
          <a:noFill/>
          <a:ln w="0">
            <a:noFill/>
          </a:ln>
        </p:spPr>
        <p:txBody>
          <a:bodyPr wrap="square" lIns="0" tIns="0" rIns="0" bIns="0" anchor="t">
            <a:noAutofit/>
          </a:bodyPr>
          <a:lstStyle>
            <a:defPPr>
              <a:defRPr sz="1200" b="1">
                <a:solidFill>
                  <a:srgbClr val="5431A6"/>
                </a:solidFill>
                <a:latin typeface="Pretendard"/>
                <a:ea typeface="Pretendard"/>
                <a:cs typeface="Pretendard"/>
              </a:defRPr>
            </a:defPPr>
          </a:lstStyle>
          <a:p>
            <a:pPr>
              <a:lnSpc>
                <a:spcPct val="112000"/>
              </a:lnSpc>
              <a:buNone/>
              <a:defRPr sz="1200" b="1">
                <a:solidFill>
                  <a:srgbClr val="5431A6"/>
                </a:solidFill>
                <a:latin typeface="Pretendard"/>
                <a:ea typeface="Pretendard"/>
                <a:cs typeface="Pretendard"/>
              </a:defRPr>
            </a:pPr>
            <a:r>
              <a:rPr sz="1200" b="1">
                <a:solidFill>
                  <a:srgbClr val="5431A6"/>
                </a:solidFill>
                <a:latin typeface="Pretendard"/>
                <a:ea typeface="Pretendard"/>
                <a:cs typeface="Pretendard"/>
              </a:rPr>
              <a:t>01</a:t>
            </a:r>
          </a:p>
        </p:txBody>
      </p:sp>
      <p:sp>
        <p:nvSpPr>
          <p:cNvPr id="7" name="build1-cover">
            <a:extLst>
              <a:ext uri="{FF2B5EF4-FFF2-40B4-BE49-F238E27FC236}">
                <a16:creationId xmlns:a16="http://schemas.microsoft.com/office/drawing/2014/main" id="{89EDF5F8-7D0A-452E-A86D-D045ABB752EA}"/>
              </a:ext>
            </a:extLst>
          </p:cNvPr>
          <p:cNvSpPr>
            <a:spLocks noGrp="1"/>
          </p:cNvSpPr>
          <p:nvPr/>
        </p:nvSpPr>
        <p:spPr>
          <a:xfrm>
            <a:off x="0" y="1381125"/>
            <a:ext cx="12192000" cy="4476750"/>
          </a:xfrm>
          <a:prstGeom prst="rect">
            <a:avLst/>
          </a:prstGeom>
          <a:solidFill>
            <a:srgbClr val="F8F6FF"/>
          </a:solidFill>
          <a:ln w="0">
            <a:noFill/>
          </a:ln>
        </p:spPr>
        <p:txBody>
          <a:bodyPr/>
          <a:lstStyle/>
          <a:p>
            <a:endParaRPr lang="ko-KR" altLang="en-US"/>
          </a:p>
        </p:txBody>
      </p:sp>
      <p:sp>
        <p:nvSpPr>
          <p:cNvPr id="8" name="build1-question">
            <a:extLst>
              <a:ext uri="{FF2B5EF4-FFF2-40B4-BE49-F238E27FC236}">
                <a16:creationId xmlns:a16="http://schemas.microsoft.com/office/drawing/2014/main" id="{53DAD17A-52DF-4814-B25C-16C7925C6037}"/>
              </a:ext>
            </a:extLst>
          </p:cNvPr>
          <p:cNvSpPr>
            <a:spLocks noGrp="1"/>
          </p:cNvSpPr>
          <p:nvPr/>
        </p:nvSpPr>
        <p:spPr>
          <a:xfrm>
            <a:off x="609600" y="1952625"/>
            <a:ext cx="11049000" cy="2571750"/>
          </a:xfrm>
          <a:prstGeom prst="rect">
            <a:avLst/>
          </a:prstGeom>
          <a:noFill/>
          <a:ln w="0">
            <a:noFill/>
          </a:ln>
        </p:spPr>
        <p:txBody>
          <a:bodyPr wrap="square" lIns="0" tIns="0" rIns="0" bIns="0" anchor="t">
            <a:noAutofit/>
          </a:bodyPr>
          <a:lstStyle>
            <a:defPPr>
              <a:defRPr sz="4650" b="1">
                <a:solidFill>
                  <a:srgbClr val="5431A6"/>
                </a:solidFill>
                <a:latin typeface="Pretendard"/>
                <a:ea typeface="Pretendard"/>
                <a:cs typeface="Pretendard"/>
              </a:defRPr>
            </a:defPPr>
          </a:lstStyle>
          <a:p>
            <a:pPr>
              <a:lnSpc>
                <a:spcPct val="112000"/>
              </a:lnSpc>
              <a:buNone/>
              <a:defRPr sz="4650" b="1">
                <a:solidFill>
                  <a:srgbClr val="5431A6"/>
                </a:solidFill>
                <a:latin typeface="Pretendard"/>
                <a:ea typeface="Pretendard"/>
                <a:cs typeface="Pretendard"/>
              </a:defRPr>
            </a:pPr>
            <a:r>
              <a:rPr lang="en" altLang="ko-KR" sz="4650" b="1" dirty="0"/>
              <a:t>AI</a:t>
            </a:r>
            <a:r>
              <a:rPr lang="ko-KR" altLang="en-US" sz="4650" b="1" dirty="0" err="1"/>
              <a:t>와의</a:t>
            </a:r>
            <a:r>
              <a:rPr lang="ko-KR" altLang="en-US" sz="4650" b="1" dirty="0"/>
              <a:t> 대화는 늘어가지만</a:t>
            </a:r>
            <a:r>
              <a:rPr lang="en-US" altLang="ko-KR" sz="4650" b="1" dirty="0"/>
              <a:t>,</a:t>
            </a:r>
            <a:br>
              <a:rPr lang="en-US" altLang="ko-KR" sz="4650" b="1" dirty="0"/>
            </a:br>
            <a:r>
              <a:rPr lang="ko-KR" altLang="en-US" sz="4650" b="1" dirty="0"/>
              <a:t>사람과의 대화는 줄어들고 있습니다</a:t>
            </a:r>
            <a:r>
              <a:rPr lang="en-US" altLang="ko-KR" sz="4650" b="1" dirty="0"/>
              <a:t>.</a:t>
            </a:r>
            <a:endParaRPr sz="4650" b="1" dirty="0">
              <a:solidFill>
                <a:srgbClr val="5431A6"/>
              </a:solidFill>
              <a:latin typeface="Pretendard"/>
              <a:ea typeface="Pretendard"/>
              <a:cs typeface="Pretendard"/>
            </a:endParaRPr>
          </a:p>
        </p:txBody>
      </p:sp>
    </p:spTree>
    <p:extLst>
      <p:ext uri="{BB962C8B-B14F-4D97-AF65-F5344CB8AC3E}">
        <p14:creationId xmlns:p14="http://schemas.microsoft.com/office/powerpoint/2010/main" val="1768201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6FF"/>
        </a:solidFill>
        <a:effectLst/>
      </p:bgPr>
    </p:bg>
    <p:spTree>
      <p:nvGrpSpPr>
        <p:cNvPr id="1" name=""/>
        <p:cNvGrpSpPr/>
        <p:nvPr/>
      </p:nvGrpSpPr>
      <p:grpSpPr>
        <a:xfrm>
          <a:off x="0" y="0"/>
          <a:ext cx="0" cy="0"/>
          <a:chOff x="0" y="0"/>
          <a:chExt cx="0" cy="0"/>
        </a:xfrm>
      </p:grpSpPr>
      <p:cxnSp>
        <p:nvCxnSpPr>
          <p:cNvPr id="11" name="직선 화살표 연결선 10">
            <a:extLst>
              <a:ext uri="{FF2B5EF4-FFF2-40B4-BE49-F238E27FC236}">
                <a16:creationId xmlns:a16="http://schemas.microsoft.com/office/drawing/2014/main" id="{AF2F286C-6321-4F03-A1F1-6F03FD8F6689}"/>
              </a:ext>
            </a:extLst>
          </p:cNvPr>
          <p:cNvCxnSpPr>
            <a:cxnSpLocks/>
          </p:cNvCxnSpPr>
          <p:nvPr/>
        </p:nvCxnSpPr>
        <p:spPr>
          <a:xfrm>
            <a:off x="7059667" y="5060568"/>
            <a:ext cx="514350" cy="0"/>
          </a:xfrm>
          <a:prstGeom prst="straightConnector1">
            <a:avLst/>
          </a:prstGeom>
          <a:ln w="19050">
            <a:solidFill>
              <a:srgbClr val="DCCCFF"/>
            </a:solidFill>
            <a:tailEnd type="triangle" w="sm" len="sm"/>
          </a:ln>
        </p:spPr>
      </p:cxnSp>
      <p:cxnSp>
        <p:nvCxnSpPr>
          <p:cNvPr id="8" name="직선 화살표 연결선 7">
            <a:extLst>
              <a:ext uri="{FF2B5EF4-FFF2-40B4-BE49-F238E27FC236}">
                <a16:creationId xmlns:a16="http://schemas.microsoft.com/office/drawing/2014/main" id="{89D7FB47-F17E-4B6C-8965-33C0BD27D584}"/>
              </a:ext>
            </a:extLst>
          </p:cNvPr>
          <p:cNvCxnSpPr>
            <a:cxnSpLocks/>
          </p:cNvCxnSpPr>
          <p:nvPr/>
        </p:nvCxnSpPr>
        <p:spPr>
          <a:xfrm>
            <a:off x="3211567" y="5060568"/>
            <a:ext cx="514350" cy="0"/>
          </a:xfrm>
          <a:prstGeom prst="straightConnector1">
            <a:avLst/>
          </a:prstGeom>
          <a:ln w="19050">
            <a:solidFill>
              <a:srgbClr val="DCCCFF"/>
            </a:solidFill>
            <a:tailEnd type="triangle" w="sm" len="sm"/>
          </a:ln>
        </p:spPr>
      </p:cxnSp>
      <p:pic>
        <p:nvPicPr>
          <p:cNvPr id="16" name="그림 15">
            <a:extLst>
              <a:ext uri="{FF2B5EF4-FFF2-40B4-BE49-F238E27FC236}">
                <a16:creationId xmlns:a16="http://schemas.microsoft.com/office/drawing/2014/main" id="{C583215D-AF19-4796-A835-E5404441CE00}"/>
              </a:ext>
            </a:extLst>
          </p:cNvPr>
          <p:cNvPicPr>
            <a:picLocks noChangeAspect="1"/>
          </p:cNvPicPr>
          <p:nvPr/>
        </p:nvPicPr>
        <p:blipFill>
          <a:blip r:embed="rId3"/>
          <a:stretch/>
        </p:blipFill>
        <p:spPr>
          <a:xfrm>
            <a:off x="523875" y="428625"/>
            <a:ext cx="1809750" cy="489697"/>
          </a:xfrm>
          <a:prstGeom prst="rect">
            <a:avLst/>
          </a:prstGeom>
        </p:spPr>
      </p:pic>
      <p:sp>
        <p:nvSpPr>
          <p:cNvPr id="2" name="text-6">
            <a:extLst>
              <a:ext uri="{FF2B5EF4-FFF2-40B4-BE49-F238E27FC236}">
                <a16:creationId xmlns:a16="http://schemas.microsoft.com/office/drawing/2014/main" id="{6F901571-350F-4A2F-87F9-D1D9F04ADFE0}"/>
              </a:ext>
            </a:extLst>
          </p:cNvPr>
          <p:cNvSpPr>
            <a:spLocks noGrp="1"/>
          </p:cNvSpPr>
          <p:nvPr/>
        </p:nvSpPr>
        <p:spPr>
          <a:xfrm>
            <a:off x="533400" y="1447800"/>
            <a:ext cx="11144250" cy="1476375"/>
          </a:xfrm>
          <a:prstGeom prst="rect">
            <a:avLst/>
          </a:prstGeom>
          <a:noFill/>
          <a:ln w="0">
            <a:noFill/>
          </a:ln>
        </p:spPr>
        <p:txBody>
          <a:bodyPr wrap="square" lIns="0" tIns="0" rIns="0" bIns="0" anchor="t">
            <a:noAutofit/>
          </a:bodyPr>
          <a:lstStyle>
            <a:defPPr>
              <a:defRPr sz="4275" b="1">
                <a:solidFill>
                  <a:srgbClr val="111111"/>
                </a:solidFill>
                <a:latin typeface="Pretendard"/>
                <a:ea typeface="Pretendard"/>
                <a:cs typeface="Pretendard"/>
              </a:defRPr>
            </a:defPPr>
          </a:lstStyle>
          <a:p>
            <a:pPr>
              <a:lnSpc>
                <a:spcPct val="112000"/>
              </a:lnSpc>
              <a:buNone/>
              <a:defRPr sz="4275" b="1">
                <a:solidFill>
                  <a:srgbClr val="111111"/>
                </a:solidFill>
                <a:latin typeface="Pretendard"/>
                <a:ea typeface="Pretendard"/>
                <a:cs typeface="Pretendard"/>
              </a:defRPr>
            </a:pPr>
            <a:r>
              <a:rPr lang="en" altLang="ko-KR" sz="4275" b="1" dirty="0"/>
              <a:t>AI</a:t>
            </a:r>
            <a:r>
              <a:rPr lang="ko-KR" altLang="en-US" sz="4275" b="1" dirty="0"/>
              <a:t>가 발전해도</a:t>
            </a:r>
            <a:r>
              <a:rPr lang="en-US" altLang="ko-KR" sz="4275" b="1" dirty="0"/>
              <a:t>, </a:t>
            </a:r>
            <a:br>
              <a:rPr lang="en-US" altLang="ko-KR" sz="4275" b="1" dirty="0"/>
            </a:br>
            <a:r>
              <a:rPr lang="ko-KR" altLang="en-US" sz="4275" b="1" dirty="0"/>
              <a:t>대화의 중심에는 사람이 있어야 합니다</a:t>
            </a:r>
            <a:r>
              <a:rPr lang="en-US" altLang="ko-KR" sz="4275" b="1" dirty="0"/>
              <a:t>.</a:t>
            </a:r>
            <a:endParaRPr sz="4275" b="1" dirty="0">
              <a:solidFill>
                <a:srgbClr val="111111"/>
              </a:solidFill>
              <a:latin typeface="Pretendard"/>
              <a:ea typeface="Pretendard"/>
              <a:cs typeface="Pretendard"/>
            </a:endParaRPr>
          </a:p>
        </p:txBody>
      </p:sp>
      <p:sp>
        <p:nvSpPr>
          <p:cNvPr id="3" name="text-7">
            <a:extLst>
              <a:ext uri="{FF2B5EF4-FFF2-40B4-BE49-F238E27FC236}">
                <a16:creationId xmlns:a16="http://schemas.microsoft.com/office/drawing/2014/main" id="{96AF307B-E3F2-468E-88BA-28033AE8C132}"/>
              </a:ext>
            </a:extLst>
          </p:cNvPr>
          <p:cNvSpPr>
            <a:spLocks noGrp="1"/>
          </p:cNvSpPr>
          <p:nvPr/>
        </p:nvSpPr>
        <p:spPr>
          <a:xfrm>
            <a:off x="561975" y="3219450"/>
            <a:ext cx="10953750" cy="533400"/>
          </a:xfrm>
          <a:prstGeom prst="rect">
            <a:avLst/>
          </a:prstGeom>
          <a:noFill/>
          <a:ln w="0">
            <a:noFill/>
          </a:ln>
        </p:spPr>
        <p:txBody>
          <a:bodyPr wrap="square" lIns="0" tIns="0" rIns="0" bIns="0" anchor="t">
            <a:noAutofit/>
          </a:bodyPr>
          <a:lstStyle>
            <a:defPPr>
              <a:defRPr sz="2550" b="1">
                <a:solidFill>
                  <a:srgbClr val="5431A6"/>
                </a:solidFill>
                <a:latin typeface="Pretendard"/>
                <a:ea typeface="Pretendard"/>
                <a:cs typeface="Pretendard"/>
              </a:defRPr>
            </a:defPPr>
          </a:lstStyle>
          <a:p>
            <a:pPr>
              <a:lnSpc>
                <a:spcPct val="112000"/>
              </a:lnSpc>
              <a:buNone/>
              <a:defRPr sz="2550" b="1">
                <a:solidFill>
                  <a:srgbClr val="5431A6"/>
                </a:solidFill>
                <a:latin typeface="Pretendard"/>
                <a:ea typeface="Pretendard"/>
                <a:cs typeface="Pretendard"/>
              </a:defRPr>
            </a:pPr>
            <a:r>
              <a:rPr sz="2550" b="1">
                <a:solidFill>
                  <a:srgbClr val="5431A6"/>
                </a:solidFill>
                <a:latin typeface="Pretendard"/>
                <a:ea typeface="Pretendard"/>
                <a:cs typeface="Pretendard"/>
              </a:rPr>
              <a:t>사람과 나누는 영어 대화를 돕는 AI, 말모아</a:t>
            </a:r>
          </a:p>
        </p:txBody>
      </p:sp>
      <p:sp>
        <p:nvSpPr>
          <p:cNvPr id="4" name="text-8">
            <a:extLst>
              <a:ext uri="{FF2B5EF4-FFF2-40B4-BE49-F238E27FC236}">
                <a16:creationId xmlns:a16="http://schemas.microsoft.com/office/drawing/2014/main" id="{3E2C9AA1-C5D0-4644-B983-C6EA88561E4B}"/>
              </a:ext>
            </a:extLst>
          </p:cNvPr>
          <p:cNvSpPr>
            <a:spLocks noGrp="1"/>
          </p:cNvSpPr>
          <p:nvPr/>
        </p:nvSpPr>
        <p:spPr>
          <a:xfrm>
            <a:off x="571500" y="4362450"/>
            <a:ext cx="952500" cy="304800"/>
          </a:xfrm>
          <a:prstGeom prst="rect">
            <a:avLst/>
          </a:prstGeom>
          <a:noFill/>
          <a:ln w="0">
            <a:noFill/>
          </a:ln>
        </p:spPr>
        <p:txBody>
          <a:bodyPr wrap="square" lIns="0" tIns="0" rIns="0" bIns="0" anchor="t">
            <a:noAutofit/>
          </a:bodyPr>
          <a:lstStyle>
            <a:defPPr>
              <a:defRPr sz="1725" b="1">
                <a:solidFill>
                  <a:srgbClr val="7F4FE6"/>
                </a:solidFill>
                <a:latin typeface="Pretendard"/>
                <a:ea typeface="Pretendard"/>
                <a:cs typeface="Pretendard"/>
              </a:defRPr>
            </a:defPPr>
          </a:lstStyle>
          <a:p>
            <a:pPr>
              <a:lnSpc>
                <a:spcPct val="112000"/>
              </a:lnSpc>
              <a:buNone/>
              <a:defRPr sz="1725" b="1">
                <a:solidFill>
                  <a:srgbClr val="7F4FE6"/>
                </a:solidFill>
                <a:latin typeface="Pretendard"/>
                <a:ea typeface="Pretendard"/>
                <a:cs typeface="Pretendard"/>
              </a:defRPr>
            </a:pPr>
            <a:r>
              <a:rPr sz="1725" b="1">
                <a:solidFill>
                  <a:srgbClr val="7F4FE6"/>
                </a:solidFill>
                <a:latin typeface="Pretendard"/>
                <a:ea typeface="Pretendard"/>
                <a:cs typeface="Pretendard"/>
              </a:rPr>
              <a:t>01</a:t>
            </a:r>
          </a:p>
        </p:txBody>
      </p:sp>
      <p:sp>
        <p:nvSpPr>
          <p:cNvPr id="5" name="text-9">
            <a:extLst>
              <a:ext uri="{FF2B5EF4-FFF2-40B4-BE49-F238E27FC236}">
                <a16:creationId xmlns:a16="http://schemas.microsoft.com/office/drawing/2014/main" id="{88FB873C-BA1C-4A6E-A957-0351B1C2ADE3}"/>
              </a:ext>
            </a:extLst>
          </p:cNvPr>
          <p:cNvSpPr>
            <a:spLocks noGrp="1"/>
          </p:cNvSpPr>
          <p:nvPr/>
        </p:nvSpPr>
        <p:spPr>
          <a:xfrm>
            <a:off x="571500" y="4848225"/>
            <a:ext cx="3333750" cy="466725"/>
          </a:xfrm>
          <a:prstGeom prst="rect">
            <a:avLst/>
          </a:prstGeom>
          <a:noFill/>
          <a:ln w="0">
            <a:noFill/>
          </a:ln>
        </p:spPr>
        <p:txBody>
          <a:bodyPr wrap="square" lIns="0" tIns="0" rIns="0" bIns="0" anchor="t">
            <a:noAutofit/>
          </a:bodyPr>
          <a:lstStyle>
            <a:defPPr>
              <a:defRPr sz="2325" b="1">
                <a:solidFill>
                  <a:srgbClr val="111111"/>
                </a:solidFill>
                <a:latin typeface="Pretendard"/>
                <a:ea typeface="Pretendard"/>
                <a:cs typeface="Pretendard"/>
              </a:defRPr>
            </a:defPPr>
          </a:lstStyle>
          <a:p>
            <a:pPr>
              <a:lnSpc>
                <a:spcPct val="112000"/>
              </a:lnSpc>
              <a:buNone/>
              <a:defRPr sz="2325" b="1">
                <a:solidFill>
                  <a:srgbClr val="111111"/>
                </a:solidFill>
                <a:latin typeface="Pretendard"/>
                <a:ea typeface="Pretendard"/>
                <a:cs typeface="Pretendard"/>
              </a:defRPr>
            </a:pPr>
            <a:r>
              <a:rPr sz="2325" b="1">
                <a:solidFill>
                  <a:srgbClr val="111111"/>
                </a:solidFill>
                <a:latin typeface="Pretendard"/>
                <a:ea typeface="Pretendard"/>
                <a:cs typeface="Pretendard"/>
              </a:rPr>
              <a:t>내 경험을 남기고</a:t>
            </a:r>
          </a:p>
        </p:txBody>
      </p:sp>
      <p:sp>
        <p:nvSpPr>
          <p:cNvPr id="6" name="text-10">
            <a:extLst>
              <a:ext uri="{FF2B5EF4-FFF2-40B4-BE49-F238E27FC236}">
                <a16:creationId xmlns:a16="http://schemas.microsoft.com/office/drawing/2014/main" id="{2D535C38-43DD-496E-B017-9E54B6E840F2}"/>
              </a:ext>
            </a:extLst>
          </p:cNvPr>
          <p:cNvSpPr>
            <a:spLocks noGrp="1"/>
          </p:cNvSpPr>
          <p:nvPr/>
        </p:nvSpPr>
        <p:spPr>
          <a:xfrm>
            <a:off x="4419600" y="4362450"/>
            <a:ext cx="952500" cy="304800"/>
          </a:xfrm>
          <a:prstGeom prst="rect">
            <a:avLst/>
          </a:prstGeom>
          <a:noFill/>
          <a:ln w="0">
            <a:noFill/>
          </a:ln>
        </p:spPr>
        <p:txBody>
          <a:bodyPr wrap="square" lIns="0" tIns="0" rIns="0" bIns="0" anchor="t">
            <a:noAutofit/>
          </a:bodyPr>
          <a:lstStyle>
            <a:defPPr>
              <a:defRPr sz="1725" b="1">
                <a:solidFill>
                  <a:srgbClr val="7F4FE6"/>
                </a:solidFill>
                <a:latin typeface="Pretendard"/>
                <a:ea typeface="Pretendard"/>
                <a:cs typeface="Pretendard"/>
              </a:defRPr>
            </a:defPPr>
          </a:lstStyle>
          <a:p>
            <a:pPr>
              <a:lnSpc>
                <a:spcPct val="112000"/>
              </a:lnSpc>
              <a:buNone/>
              <a:defRPr sz="1725" b="1">
                <a:solidFill>
                  <a:srgbClr val="7F4FE6"/>
                </a:solidFill>
                <a:latin typeface="Pretendard"/>
                <a:ea typeface="Pretendard"/>
                <a:cs typeface="Pretendard"/>
              </a:defRPr>
            </a:pPr>
            <a:r>
              <a:rPr sz="1725" b="1">
                <a:solidFill>
                  <a:srgbClr val="7F4FE6"/>
                </a:solidFill>
                <a:latin typeface="Pretendard"/>
                <a:ea typeface="Pretendard"/>
                <a:cs typeface="Pretendard"/>
              </a:rPr>
              <a:t>02</a:t>
            </a:r>
          </a:p>
        </p:txBody>
      </p:sp>
      <p:sp>
        <p:nvSpPr>
          <p:cNvPr id="7" name="text-11">
            <a:extLst>
              <a:ext uri="{FF2B5EF4-FFF2-40B4-BE49-F238E27FC236}">
                <a16:creationId xmlns:a16="http://schemas.microsoft.com/office/drawing/2014/main" id="{BD992D09-DAF7-46AB-8D42-7E94FBDFF341}"/>
              </a:ext>
            </a:extLst>
          </p:cNvPr>
          <p:cNvSpPr>
            <a:spLocks noGrp="1"/>
          </p:cNvSpPr>
          <p:nvPr/>
        </p:nvSpPr>
        <p:spPr>
          <a:xfrm>
            <a:off x="4419600" y="4848225"/>
            <a:ext cx="3333750" cy="466725"/>
          </a:xfrm>
          <a:prstGeom prst="rect">
            <a:avLst/>
          </a:prstGeom>
          <a:noFill/>
          <a:ln w="0">
            <a:noFill/>
          </a:ln>
        </p:spPr>
        <p:txBody>
          <a:bodyPr wrap="square" lIns="0" tIns="0" rIns="0" bIns="0" anchor="t">
            <a:noAutofit/>
          </a:bodyPr>
          <a:lstStyle>
            <a:defPPr>
              <a:defRPr sz="2325" b="1">
                <a:solidFill>
                  <a:srgbClr val="111111"/>
                </a:solidFill>
                <a:latin typeface="Pretendard"/>
                <a:ea typeface="Pretendard"/>
                <a:cs typeface="Pretendard"/>
              </a:defRPr>
            </a:defPPr>
          </a:lstStyle>
          <a:p>
            <a:pPr>
              <a:lnSpc>
                <a:spcPct val="112000"/>
              </a:lnSpc>
              <a:buNone/>
              <a:defRPr sz="2325" b="1">
                <a:solidFill>
                  <a:srgbClr val="111111"/>
                </a:solidFill>
                <a:latin typeface="Pretendard"/>
                <a:ea typeface="Pretendard"/>
                <a:cs typeface="Pretendard"/>
              </a:defRPr>
            </a:pPr>
            <a:r>
              <a:rPr sz="2325" b="1">
                <a:solidFill>
                  <a:srgbClr val="111111"/>
                </a:solidFill>
                <a:latin typeface="Pretendard"/>
                <a:ea typeface="Pretendard"/>
                <a:cs typeface="Pretendard"/>
              </a:rPr>
              <a:t>함께 대화하고</a:t>
            </a:r>
          </a:p>
        </p:txBody>
      </p:sp>
      <p:sp>
        <p:nvSpPr>
          <p:cNvPr id="9" name="text-12">
            <a:extLst>
              <a:ext uri="{FF2B5EF4-FFF2-40B4-BE49-F238E27FC236}">
                <a16:creationId xmlns:a16="http://schemas.microsoft.com/office/drawing/2014/main" id="{F5DAE407-A69A-4CF7-AE76-141FD4EA33CD}"/>
              </a:ext>
            </a:extLst>
          </p:cNvPr>
          <p:cNvSpPr>
            <a:spLocks noGrp="1"/>
          </p:cNvSpPr>
          <p:nvPr/>
        </p:nvSpPr>
        <p:spPr>
          <a:xfrm>
            <a:off x="8267700" y="4362450"/>
            <a:ext cx="952500" cy="304800"/>
          </a:xfrm>
          <a:prstGeom prst="rect">
            <a:avLst/>
          </a:prstGeom>
          <a:noFill/>
          <a:ln w="0">
            <a:noFill/>
          </a:ln>
        </p:spPr>
        <p:txBody>
          <a:bodyPr wrap="square" lIns="0" tIns="0" rIns="0" bIns="0" anchor="t">
            <a:noAutofit/>
          </a:bodyPr>
          <a:lstStyle>
            <a:defPPr>
              <a:defRPr sz="1725" b="1">
                <a:solidFill>
                  <a:srgbClr val="7F4FE6"/>
                </a:solidFill>
                <a:latin typeface="Pretendard"/>
                <a:ea typeface="Pretendard"/>
                <a:cs typeface="Pretendard"/>
              </a:defRPr>
            </a:defPPr>
          </a:lstStyle>
          <a:p>
            <a:pPr>
              <a:lnSpc>
                <a:spcPct val="112000"/>
              </a:lnSpc>
              <a:buNone/>
              <a:defRPr sz="1725" b="1">
                <a:solidFill>
                  <a:srgbClr val="7F4FE6"/>
                </a:solidFill>
                <a:latin typeface="Pretendard"/>
                <a:ea typeface="Pretendard"/>
                <a:cs typeface="Pretendard"/>
              </a:defRPr>
            </a:pPr>
            <a:r>
              <a:rPr sz="1725" b="1">
                <a:solidFill>
                  <a:srgbClr val="7F4FE6"/>
                </a:solidFill>
                <a:latin typeface="Pretendard"/>
                <a:ea typeface="Pretendard"/>
                <a:cs typeface="Pretendard"/>
              </a:rPr>
              <a:t>03</a:t>
            </a:r>
          </a:p>
        </p:txBody>
      </p:sp>
      <p:sp>
        <p:nvSpPr>
          <p:cNvPr id="10" name="text-13">
            <a:extLst>
              <a:ext uri="{FF2B5EF4-FFF2-40B4-BE49-F238E27FC236}">
                <a16:creationId xmlns:a16="http://schemas.microsoft.com/office/drawing/2014/main" id="{6F68FBE8-5AF0-4D3A-9CCA-86091C746664}"/>
              </a:ext>
            </a:extLst>
          </p:cNvPr>
          <p:cNvSpPr>
            <a:spLocks noGrp="1"/>
          </p:cNvSpPr>
          <p:nvPr/>
        </p:nvSpPr>
        <p:spPr>
          <a:xfrm>
            <a:off x="8267700" y="4848225"/>
            <a:ext cx="3333750" cy="466725"/>
          </a:xfrm>
          <a:prstGeom prst="rect">
            <a:avLst/>
          </a:prstGeom>
          <a:noFill/>
          <a:ln w="0">
            <a:noFill/>
          </a:ln>
        </p:spPr>
        <p:txBody>
          <a:bodyPr wrap="square" lIns="0" tIns="0" rIns="0" bIns="0" anchor="t">
            <a:noAutofit/>
          </a:bodyPr>
          <a:lstStyle>
            <a:defPPr>
              <a:defRPr sz="2325" b="1">
                <a:solidFill>
                  <a:srgbClr val="111111"/>
                </a:solidFill>
                <a:latin typeface="Pretendard"/>
                <a:ea typeface="Pretendard"/>
                <a:cs typeface="Pretendard"/>
              </a:defRPr>
            </a:defPPr>
          </a:lstStyle>
          <a:p>
            <a:pPr>
              <a:lnSpc>
                <a:spcPct val="112000"/>
              </a:lnSpc>
              <a:buNone/>
              <a:defRPr sz="2325" b="1">
                <a:solidFill>
                  <a:srgbClr val="111111"/>
                </a:solidFill>
                <a:latin typeface="Pretendard"/>
                <a:ea typeface="Pretendard"/>
                <a:cs typeface="Pretendard"/>
              </a:defRPr>
            </a:pPr>
            <a:r>
              <a:rPr sz="2325" b="1">
                <a:solidFill>
                  <a:srgbClr val="111111"/>
                </a:solidFill>
                <a:latin typeface="Pretendard"/>
                <a:ea typeface="Pretendard"/>
                <a:cs typeface="Pretendard"/>
              </a:rPr>
              <a:t>배운 표현을 다시 본다</a:t>
            </a:r>
          </a:p>
        </p:txBody>
      </p:sp>
      <p:sp>
        <p:nvSpPr>
          <p:cNvPr id="13" name="box-15">
            <a:extLst>
              <a:ext uri="{FF2B5EF4-FFF2-40B4-BE49-F238E27FC236}">
                <a16:creationId xmlns:a16="http://schemas.microsoft.com/office/drawing/2014/main" id="{88074206-8195-486E-8E15-AE22792766C4}"/>
              </a:ext>
            </a:extLst>
          </p:cNvPr>
          <p:cNvSpPr>
            <a:spLocks noGrp="1"/>
          </p:cNvSpPr>
          <p:nvPr/>
        </p:nvSpPr>
        <p:spPr>
          <a:xfrm>
            <a:off x="533400" y="6343650"/>
            <a:ext cx="11125200" cy="14288"/>
          </a:xfrm>
          <a:prstGeom prst="rect">
            <a:avLst/>
          </a:prstGeom>
          <a:solidFill>
            <a:srgbClr val="DCCCFF"/>
          </a:solidFill>
          <a:ln w="0">
            <a:noFill/>
          </a:ln>
        </p:spPr>
        <p:txBody>
          <a:bodyPr/>
          <a:lstStyle/>
          <a:p>
            <a:endParaRPr lang="ko-KR" altLang="en-US"/>
          </a:p>
        </p:txBody>
      </p:sp>
      <p:sp>
        <p:nvSpPr>
          <p:cNvPr id="15" name="text-17">
            <a:extLst>
              <a:ext uri="{FF2B5EF4-FFF2-40B4-BE49-F238E27FC236}">
                <a16:creationId xmlns:a16="http://schemas.microsoft.com/office/drawing/2014/main" id="{1EFFBFC5-0B9B-4126-AD18-0C5737AFA5DB}"/>
              </a:ext>
            </a:extLst>
          </p:cNvPr>
          <p:cNvSpPr>
            <a:spLocks noGrp="1"/>
          </p:cNvSpPr>
          <p:nvPr/>
        </p:nvSpPr>
        <p:spPr>
          <a:xfrm>
            <a:off x="11363325" y="6477000"/>
            <a:ext cx="342900" cy="228600"/>
          </a:xfrm>
          <a:prstGeom prst="rect">
            <a:avLst/>
          </a:prstGeom>
          <a:noFill/>
          <a:ln w="0">
            <a:noFill/>
          </a:ln>
        </p:spPr>
        <p:txBody>
          <a:bodyPr wrap="square" lIns="0" tIns="0" rIns="0" bIns="0" anchor="t">
            <a:noAutofit/>
          </a:bodyPr>
          <a:lstStyle>
            <a:defPPr>
              <a:defRPr sz="1200" b="1">
                <a:solidFill>
                  <a:srgbClr val="5431A6"/>
                </a:solidFill>
                <a:latin typeface="Pretendard"/>
                <a:ea typeface="Pretendard"/>
                <a:cs typeface="Pretendard"/>
              </a:defRPr>
            </a:defPPr>
          </a:lstStyle>
          <a:p>
            <a:pPr>
              <a:lnSpc>
                <a:spcPct val="112000"/>
              </a:lnSpc>
              <a:buNone/>
              <a:defRPr sz="1200" b="1">
                <a:solidFill>
                  <a:srgbClr val="5431A6"/>
                </a:solidFill>
                <a:latin typeface="Pretendard"/>
                <a:ea typeface="Pretendard"/>
                <a:cs typeface="Pretendard"/>
              </a:defRPr>
            </a:pPr>
            <a:r>
              <a:rPr sz="1200" b="1">
                <a:solidFill>
                  <a:srgbClr val="5431A6"/>
                </a:solidFill>
                <a:latin typeface="Pretendard"/>
                <a:ea typeface="Pretendard"/>
                <a:cs typeface="Pretendard"/>
              </a:rPr>
              <a:t>02</a:t>
            </a:r>
          </a:p>
        </p:txBody>
      </p:sp>
    </p:spTree>
    <p:extLst>
      <p:ext uri="{BB962C8B-B14F-4D97-AF65-F5344CB8AC3E}">
        <p14:creationId xmlns:p14="http://schemas.microsoft.com/office/powerpoint/2010/main" val="8865139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6FF"/>
        </a:solidFill>
        <a:effectLst/>
      </p:bgPr>
    </p:bg>
    <p:spTree>
      <p:nvGrpSpPr>
        <p:cNvPr id="1" name=""/>
        <p:cNvGrpSpPr/>
        <p:nvPr/>
      </p:nvGrpSpPr>
      <p:grpSpPr>
        <a:xfrm>
          <a:off x="0" y="0"/>
          <a:ext cx="0" cy="0"/>
          <a:chOff x="0" y="0"/>
          <a:chExt cx="0" cy="0"/>
        </a:xfrm>
      </p:grpSpPr>
      <p:sp>
        <p:nvSpPr>
          <p:cNvPr id="2" name="배경">
            <a:extLst>
              <a:ext uri="{FF2B5EF4-FFF2-40B4-BE49-F238E27FC236}">
                <a16:creationId xmlns:a16="http://schemas.microsoft.com/office/drawing/2014/main" id="{832DA509-5E81-49A5-9642-53769405ECE2}"/>
              </a:ext>
            </a:extLst>
          </p:cNvPr>
          <p:cNvSpPr>
            <a:spLocks noGrp="1"/>
          </p:cNvSpPr>
          <p:nvPr/>
        </p:nvSpPr>
        <p:spPr>
          <a:xfrm>
            <a:off x="0" y="302577"/>
            <a:ext cx="12192000" cy="6858000"/>
          </a:xfrm>
          <a:prstGeom prst="rect">
            <a:avLst/>
          </a:prstGeom>
          <a:solidFill>
            <a:srgbClr val="F8F6FF"/>
          </a:solidFill>
          <a:ln w="0">
            <a:noFill/>
          </a:ln>
        </p:spPr>
        <p:txBody>
          <a:bodyPr/>
          <a:lstStyle/>
          <a:p>
            <a:endParaRPr lang="ko-KR" altLang="en-US"/>
          </a:p>
        </p:txBody>
      </p:sp>
      <p:sp>
        <p:nvSpPr>
          <p:cNvPr id="4" name="편집 가능한 설명 01 · 나의 경험">
            <a:extLst>
              <a:ext uri="{FF2B5EF4-FFF2-40B4-BE49-F238E27FC236}">
                <a16:creationId xmlns:a16="http://schemas.microsoft.com/office/drawing/2014/main" id="{4FB521D7-D80C-4D64-8F98-F818FB892F0B}"/>
              </a:ext>
            </a:extLst>
          </p:cNvPr>
          <p:cNvSpPr>
            <a:spLocks noGrp="1"/>
          </p:cNvSpPr>
          <p:nvPr/>
        </p:nvSpPr>
        <p:spPr>
          <a:xfrm>
            <a:off x="349250" y="825500"/>
            <a:ext cx="2413000" cy="334327"/>
          </a:xfrm>
          <a:prstGeom prst="rect">
            <a:avLst/>
          </a:prstGeom>
          <a:noFill/>
          <a:ln w="0">
            <a:noFill/>
          </a:ln>
        </p:spPr>
        <p:txBody>
          <a:bodyPr wrap="square" lIns="0" tIns="0" rIns="0" bIns="0" anchor="t">
            <a:noAutofit/>
          </a:bodyPr>
          <a:lstStyle>
            <a:defPPr>
              <a:defRPr sz="1950" b="1">
                <a:solidFill>
                  <a:srgbClr val="5431A6"/>
                </a:solidFill>
                <a:latin typeface="Pretendard"/>
                <a:ea typeface="Pretendard"/>
                <a:cs typeface="Pretendard"/>
              </a:defRPr>
            </a:defPPr>
          </a:lstStyle>
          <a:p>
            <a:pPr>
              <a:lnSpc>
                <a:spcPct val="135000"/>
              </a:lnSpc>
              <a:buNone/>
              <a:defRPr sz="1950" b="1">
                <a:solidFill>
                  <a:srgbClr val="5431A6"/>
                </a:solidFill>
                <a:latin typeface="Pretendard"/>
                <a:ea typeface="Pretendard"/>
                <a:cs typeface="Pretendard"/>
              </a:defRPr>
            </a:pPr>
            <a:r>
              <a:rPr sz="1950" b="1">
                <a:solidFill>
                  <a:srgbClr val="5431A6"/>
                </a:solidFill>
                <a:latin typeface="Pretendard"/>
                <a:ea typeface="Pretendard"/>
                <a:cs typeface="Pretendard"/>
              </a:rPr>
              <a:t>01 · 나의 경험</a:t>
            </a:r>
          </a:p>
        </p:txBody>
      </p:sp>
      <p:sp>
        <p:nvSpPr>
          <p:cNvPr id="5" name="편집 가능한 설명 직접 쓴 이야기&#10;→ AI 정리 확인&#10;→ 저장">
            <a:extLst>
              <a:ext uri="{FF2B5EF4-FFF2-40B4-BE49-F238E27FC236}">
                <a16:creationId xmlns:a16="http://schemas.microsoft.com/office/drawing/2014/main" id="{B2996FBB-1745-44C5-8F26-0E6979C8B156}"/>
              </a:ext>
            </a:extLst>
          </p:cNvPr>
          <p:cNvSpPr>
            <a:spLocks noGrp="1"/>
          </p:cNvSpPr>
          <p:nvPr/>
        </p:nvSpPr>
        <p:spPr>
          <a:xfrm>
            <a:off x="349250" y="1318578"/>
            <a:ext cx="2413000" cy="1193800"/>
          </a:xfrm>
          <a:prstGeom prst="rect">
            <a:avLst/>
          </a:prstGeom>
          <a:noFill/>
          <a:ln w="0">
            <a:noFill/>
          </a:ln>
        </p:spPr>
        <p:txBody>
          <a:bodyPr wrap="square" lIns="0" tIns="0" rIns="0" bIns="0" anchor="t">
            <a:noAutofit/>
          </a:bodyPr>
          <a:lstStyle>
            <a:defPPr>
              <a:defRPr sz="1750" b="0">
                <a:solidFill>
                  <a:srgbClr val="111111"/>
                </a:solidFill>
                <a:latin typeface="Pretendard"/>
                <a:ea typeface="Pretendard"/>
                <a:cs typeface="Pretendard"/>
              </a:defRPr>
            </a:defPPr>
          </a:lstStyle>
          <a:p>
            <a:pPr>
              <a:lnSpc>
                <a:spcPct val="160000"/>
              </a:lnSpc>
              <a:buNone/>
              <a:defRPr sz="1750" b="0">
                <a:solidFill>
                  <a:srgbClr val="111111"/>
                </a:solidFill>
                <a:latin typeface="Pretendard"/>
                <a:ea typeface="Pretendard"/>
                <a:cs typeface="Pretendard"/>
              </a:defRPr>
            </a:pPr>
            <a:r>
              <a:rPr sz="1750" b="0">
                <a:solidFill>
                  <a:srgbClr val="111111"/>
                </a:solidFill>
                <a:latin typeface="Pretendard"/>
                <a:ea typeface="Pretendard"/>
                <a:cs typeface="Pretendard"/>
              </a:rPr>
              <a:t>직접 쓴 이야기</a:t>
            </a:r>
          </a:p>
          <a:p>
            <a:pPr>
              <a:lnSpc>
                <a:spcPct val="160000"/>
              </a:lnSpc>
              <a:buNone/>
              <a:defRPr sz="1750" b="0">
                <a:solidFill>
                  <a:srgbClr val="111111"/>
                </a:solidFill>
                <a:latin typeface="Pretendard"/>
                <a:ea typeface="Pretendard"/>
                <a:cs typeface="Pretendard"/>
              </a:defRPr>
            </a:pPr>
            <a:r>
              <a:rPr sz="1750" b="0">
                <a:solidFill>
                  <a:srgbClr val="111111"/>
                </a:solidFill>
                <a:latin typeface="Pretendard"/>
                <a:ea typeface="Pretendard"/>
                <a:cs typeface="Pretendard"/>
              </a:rPr>
              <a:t>→ AI 정리 확인</a:t>
            </a:r>
          </a:p>
          <a:p>
            <a:pPr>
              <a:lnSpc>
                <a:spcPct val="160000"/>
              </a:lnSpc>
              <a:buNone/>
              <a:defRPr sz="1750" b="0">
                <a:solidFill>
                  <a:srgbClr val="111111"/>
                </a:solidFill>
                <a:latin typeface="Pretendard"/>
                <a:ea typeface="Pretendard"/>
                <a:cs typeface="Pretendard"/>
              </a:defRPr>
            </a:pPr>
            <a:r>
              <a:rPr sz="1750" b="0">
                <a:solidFill>
                  <a:srgbClr val="111111"/>
                </a:solidFill>
                <a:latin typeface="Pretendard"/>
                <a:ea typeface="Pretendard"/>
                <a:cs typeface="Pretendard"/>
              </a:rPr>
              <a:t>→ 저장</a:t>
            </a:r>
          </a:p>
        </p:txBody>
      </p:sp>
      <p:sp>
        <p:nvSpPr>
          <p:cNvPr id="6" name="편집 가능한 설명 대화의 소재">
            <a:extLst>
              <a:ext uri="{FF2B5EF4-FFF2-40B4-BE49-F238E27FC236}">
                <a16:creationId xmlns:a16="http://schemas.microsoft.com/office/drawing/2014/main" id="{383E94CA-024B-4BCE-9FF8-9EFCC00AAEB1}"/>
              </a:ext>
            </a:extLst>
          </p:cNvPr>
          <p:cNvSpPr>
            <a:spLocks noGrp="1"/>
          </p:cNvSpPr>
          <p:nvPr/>
        </p:nvSpPr>
        <p:spPr>
          <a:xfrm>
            <a:off x="349250" y="3397250"/>
            <a:ext cx="2381250" cy="334327"/>
          </a:xfrm>
          <a:prstGeom prst="rect">
            <a:avLst/>
          </a:prstGeom>
          <a:noFill/>
          <a:ln w="0">
            <a:noFill/>
          </a:ln>
        </p:spPr>
        <p:txBody>
          <a:bodyPr wrap="square" lIns="0" tIns="0" rIns="0" bIns="0" anchor="t">
            <a:noAutofit/>
          </a:bodyPr>
          <a:lstStyle>
            <a:defPPr>
              <a:defRPr sz="1950" b="1">
                <a:solidFill>
                  <a:srgbClr val="5431A6"/>
                </a:solidFill>
                <a:latin typeface="Pretendard"/>
                <a:ea typeface="Pretendard"/>
                <a:cs typeface="Pretendard"/>
              </a:defRPr>
            </a:defPPr>
          </a:lstStyle>
          <a:p>
            <a:pPr>
              <a:lnSpc>
                <a:spcPct val="135000"/>
              </a:lnSpc>
              <a:buNone/>
              <a:defRPr sz="1950" b="1">
                <a:solidFill>
                  <a:srgbClr val="5431A6"/>
                </a:solidFill>
                <a:latin typeface="Pretendard"/>
                <a:ea typeface="Pretendard"/>
                <a:cs typeface="Pretendard"/>
              </a:defRPr>
            </a:pPr>
            <a:r>
              <a:rPr sz="1950" b="1">
                <a:solidFill>
                  <a:srgbClr val="5431A6"/>
                </a:solidFill>
                <a:latin typeface="Pretendard"/>
                <a:ea typeface="Pretendard"/>
                <a:cs typeface="Pretendard"/>
              </a:rPr>
              <a:t>대화의 소재</a:t>
            </a:r>
          </a:p>
        </p:txBody>
      </p:sp>
      <p:sp>
        <p:nvSpPr>
          <p:cNvPr id="7" name="편집 가능한 설명 부산 해운대&#10;여행 · 사진 촬영">
            <a:extLst>
              <a:ext uri="{FF2B5EF4-FFF2-40B4-BE49-F238E27FC236}">
                <a16:creationId xmlns:a16="http://schemas.microsoft.com/office/drawing/2014/main" id="{AC247DA2-31C6-4FD1-8058-A7C3A81AF619}"/>
              </a:ext>
            </a:extLst>
          </p:cNvPr>
          <p:cNvSpPr>
            <a:spLocks noGrp="1"/>
          </p:cNvSpPr>
          <p:nvPr/>
        </p:nvSpPr>
        <p:spPr>
          <a:xfrm>
            <a:off x="349250" y="3890327"/>
            <a:ext cx="2381250" cy="838200"/>
          </a:xfrm>
          <a:prstGeom prst="rect">
            <a:avLst/>
          </a:prstGeom>
          <a:noFill/>
          <a:ln w="0">
            <a:noFill/>
          </a:ln>
        </p:spPr>
        <p:txBody>
          <a:bodyPr wrap="square" lIns="0" tIns="0" rIns="0" bIns="0" anchor="t">
            <a:noAutofit/>
          </a:bodyPr>
          <a:lstStyle>
            <a:defPPr>
              <a:defRPr sz="1750" b="0">
                <a:solidFill>
                  <a:srgbClr val="111111"/>
                </a:solidFill>
                <a:latin typeface="Pretendard"/>
                <a:ea typeface="Pretendard"/>
                <a:cs typeface="Pretendard"/>
              </a:defRPr>
            </a:defPPr>
          </a:lstStyle>
          <a:p>
            <a:pPr>
              <a:lnSpc>
                <a:spcPct val="160000"/>
              </a:lnSpc>
              <a:buNone/>
              <a:defRPr sz="1750" b="0">
                <a:solidFill>
                  <a:srgbClr val="111111"/>
                </a:solidFill>
                <a:latin typeface="Pretendard"/>
                <a:ea typeface="Pretendard"/>
                <a:cs typeface="Pretendard"/>
              </a:defRPr>
            </a:pPr>
            <a:r>
              <a:rPr sz="1750" b="0">
                <a:solidFill>
                  <a:srgbClr val="111111"/>
                </a:solidFill>
                <a:latin typeface="Pretendard"/>
                <a:ea typeface="Pretendard"/>
                <a:cs typeface="Pretendard"/>
              </a:rPr>
              <a:t>부산 해운대</a:t>
            </a:r>
          </a:p>
          <a:p>
            <a:pPr>
              <a:lnSpc>
                <a:spcPct val="160000"/>
              </a:lnSpc>
              <a:buNone/>
              <a:defRPr sz="1750" b="0">
                <a:solidFill>
                  <a:srgbClr val="111111"/>
                </a:solidFill>
                <a:latin typeface="Pretendard"/>
                <a:ea typeface="Pretendard"/>
                <a:cs typeface="Pretendard"/>
              </a:defRPr>
            </a:pPr>
            <a:r>
              <a:rPr sz="1750" b="0">
                <a:solidFill>
                  <a:srgbClr val="111111"/>
                </a:solidFill>
                <a:latin typeface="Pretendard"/>
                <a:ea typeface="Pretendard"/>
                <a:cs typeface="Pretendard"/>
              </a:rPr>
              <a:t>여행 · 사진 촬영</a:t>
            </a:r>
          </a:p>
        </p:txBody>
      </p:sp>
      <p:pic>
        <p:nvPicPr>
          <p:cNvPr id="8" name="그림 7">
            <a:extLst>
              <a:ext uri="{FF2B5EF4-FFF2-40B4-BE49-F238E27FC236}">
                <a16:creationId xmlns:a16="http://schemas.microsoft.com/office/drawing/2014/main" id="{C4ABDA22-308A-4614-8588-37FE05257738}"/>
              </a:ext>
            </a:extLst>
          </p:cNvPr>
          <p:cNvPicPr>
            <a:picLocks noChangeAspect="1"/>
          </p:cNvPicPr>
          <p:nvPr/>
        </p:nvPicPr>
        <p:blipFill>
          <a:blip r:embed="rId3"/>
          <a:srcRect l="17500" t="68345" r="50222" b="2837"/>
          <a:stretch/>
        </p:blipFill>
        <p:spPr>
          <a:xfrm>
            <a:off x="3251200" y="647700"/>
            <a:ext cx="8460994" cy="5249926"/>
          </a:xfrm>
          <a:prstGeom prst="roundRect">
            <a:avLst>
              <a:gd name="adj" fmla="val 1814"/>
            </a:avLst>
          </a:prstGeom>
        </p:spPr>
      </p:pic>
      <p:sp>
        <p:nvSpPr>
          <p:cNvPr id="9" name="캡처 테두리">
            <a:extLst>
              <a:ext uri="{FF2B5EF4-FFF2-40B4-BE49-F238E27FC236}">
                <a16:creationId xmlns:a16="http://schemas.microsoft.com/office/drawing/2014/main" id="{BB849F4A-CAE3-4702-8042-5FC906A6C2A0}"/>
              </a:ext>
            </a:extLst>
          </p:cNvPr>
          <p:cNvSpPr>
            <a:spLocks noGrp="1"/>
          </p:cNvSpPr>
          <p:nvPr/>
        </p:nvSpPr>
        <p:spPr>
          <a:xfrm>
            <a:off x="3238500" y="635000"/>
            <a:ext cx="8486394" cy="5275326"/>
          </a:xfrm>
          <a:prstGeom prst="roundRect">
            <a:avLst>
              <a:gd name="adj" fmla="val 2167"/>
            </a:avLst>
          </a:prstGeom>
          <a:noFill/>
          <a:ln w="12700">
            <a:solidFill>
              <a:srgbClr val="DCCCFF"/>
            </a:solidFill>
            <a:prstDash val="solid"/>
          </a:ln>
        </p:spPr>
        <p:txBody>
          <a:bodyPr/>
          <a:lstStyle/>
          <a:p>
            <a:endParaRPr lang="ko-KR" altLang="en-US"/>
          </a:p>
        </p:txBody>
      </p:sp>
      <p:sp>
        <p:nvSpPr>
          <p:cNvPr id="10" name="편집 가능한 강조 테두리">
            <a:extLst>
              <a:ext uri="{FF2B5EF4-FFF2-40B4-BE49-F238E27FC236}">
                <a16:creationId xmlns:a16="http://schemas.microsoft.com/office/drawing/2014/main" id="{B627469C-AAA3-4180-86D7-E17EF949D9BA}"/>
              </a:ext>
            </a:extLst>
          </p:cNvPr>
          <p:cNvSpPr>
            <a:spLocks noGrp="1"/>
          </p:cNvSpPr>
          <p:nvPr/>
        </p:nvSpPr>
        <p:spPr>
          <a:xfrm>
            <a:off x="3611626" y="3563874"/>
            <a:ext cx="2424684" cy="589788"/>
          </a:xfrm>
          <a:prstGeom prst="roundRect">
            <a:avLst>
              <a:gd name="adj" fmla="val 8613"/>
            </a:avLst>
          </a:prstGeom>
          <a:noFill/>
          <a:ln w="25400">
            <a:solidFill>
              <a:srgbClr val="F0AF14"/>
            </a:solidFill>
            <a:prstDash val="solid"/>
          </a:ln>
        </p:spPr>
        <p:txBody>
          <a:bodyPr/>
          <a:lstStyle/>
          <a:p>
            <a:endParaRPr lang="ko-KR" altLang="en-US"/>
          </a:p>
        </p:txBody>
      </p:sp>
      <p:sp>
        <p:nvSpPr>
          <p:cNvPr id="11" name="구분선">
            <a:extLst>
              <a:ext uri="{FF2B5EF4-FFF2-40B4-BE49-F238E27FC236}">
                <a16:creationId xmlns:a16="http://schemas.microsoft.com/office/drawing/2014/main" id="{5FCBC370-6867-48C7-8F2B-7662CAE7ED32}"/>
              </a:ext>
            </a:extLst>
          </p:cNvPr>
          <p:cNvSpPr>
            <a:spLocks noGrp="1"/>
          </p:cNvSpPr>
          <p:nvPr/>
        </p:nvSpPr>
        <p:spPr>
          <a:xfrm>
            <a:off x="412750" y="6364288"/>
            <a:ext cx="11366500" cy="6350"/>
          </a:xfrm>
          <a:prstGeom prst="rect">
            <a:avLst/>
          </a:prstGeom>
          <a:solidFill>
            <a:srgbClr val="E3E3E3"/>
          </a:solidFill>
          <a:ln w="0">
            <a:noFill/>
          </a:ln>
        </p:spPr>
        <p:txBody>
          <a:bodyPr/>
          <a:lstStyle/>
          <a:p>
            <a:endParaRPr lang="ko-KR" altLang="en-US"/>
          </a:p>
        </p:txBody>
      </p:sp>
    </p:spTree>
    <p:extLst>
      <p:ext uri="{BB962C8B-B14F-4D97-AF65-F5344CB8AC3E}">
        <p14:creationId xmlns:p14="http://schemas.microsoft.com/office/powerpoint/2010/main" val="3272786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6FF"/>
        </a:solidFill>
        <a:effectLst/>
      </p:bgPr>
    </p:bg>
    <p:spTree>
      <p:nvGrpSpPr>
        <p:cNvPr id="1" name=""/>
        <p:cNvGrpSpPr/>
        <p:nvPr/>
      </p:nvGrpSpPr>
      <p:grpSpPr>
        <a:xfrm>
          <a:off x="0" y="0"/>
          <a:ext cx="0" cy="0"/>
          <a:chOff x="0" y="0"/>
          <a:chExt cx="0" cy="0"/>
        </a:xfrm>
      </p:grpSpPr>
      <p:grpSp>
        <p:nvGrpSpPr>
          <p:cNvPr id="3" name="편집 가능한 설명과 실제 화면 - s04-topic">
            <a:extLst>
              <a:ext uri="{FF2B5EF4-FFF2-40B4-BE49-F238E27FC236}">
                <a16:creationId xmlns:a16="http://schemas.microsoft.com/office/drawing/2014/main" id="{930526D3-5058-43CA-ACE2-F8918060107E}"/>
              </a:ext>
            </a:extLst>
          </p:cNvPr>
          <p:cNvGrpSpPr/>
          <p:nvPr/>
        </p:nvGrpSpPr>
        <p:grpSpPr>
          <a:xfrm>
            <a:off x="0" y="0"/>
            <a:ext cx="12192000" cy="6858000"/>
            <a:chOff x="0" y="0"/>
            <a:chExt cx="12192000" cy="6858000"/>
          </a:xfrm>
        </p:grpSpPr>
        <p:sp>
          <p:nvSpPr>
            <p:cNvPr id="4" name="배경">
              <a:extLst>
                <a:ext uri="{FF2B5EF4-FFF2-40B4-BE49-F238E27FC236}">
                  <a16:creationId xmlns:a16="http://schemas.microsoft.com/office/drawing/2014/main" id="{4D8D752F-B46A-4D9B-96A7-CC1E73E0C528}"/>
                </a:ext>
              </a:extLst>
            </p:cNvPr>
            <p:cNvSpPr>
              <a:spLocks noGrp="1"/>
            </p:cNvSpPr>
            <p:nvPr/>
          </p:nvSpPr>
          <p:spPr>
            <a:xfrm>
              <a:off x="0" y="0"/>
              <a:ext cx="12192000" cy="6858000"/>
            </a:xfrm>
            <a:prstGeom prst="rect">
              <a:avLst/>
            </a:prstGeom>
            <a:solidFill>
              <a:srgbClr val="F8F6FF"/>
            </a:solidFill>
            <a:ln w="0">
              <a:noFill/>
            </a:ln>
          </p:spPr>
          <p:txBody>
            <a:bodyPr/>
            <a:lstStyle/>
            <a:p>
              <a:endParaRPr lang="ko-KR" altLang="en-US"/>
            </a:p>
          </p:txBody>
        </p:sp>
        <p:pic>
          <p:nvPicPr>
            <p:cNvPr id="5" name="그림 4">
              <a:extLst>
                <a:ext uri="{FF2B5EF4-FFF2-40B4-BE49-F238E27FC236}">
                  <a16:creationId xmlns:a16="http://schemas.microsoft.com/office/drawing/2014/main" id="{D729473F-F7A2-4FF6-BE8D-A3781AF08AD2}"/>
                </a:ext>
              </a:extLst>
            </p:cNvPr>
            <p:cNvPicPr>
              <a:picLocks noChangeAspect="1"/>
            </p:cNvPicPr>
            <p:nvPr/>
          </p:nvPicPr>
          <p:blipFill>
            <a:blip r:embed="rId3"/>
            <a:srcRect l="4125" t="14925" r="26415" b="26338"/>
            <a:stretch/>
          </p:blipFill>
          <p:spPr>
            <a:xfrm>
              <a:off x="298450" y="533400"/>
              <a:ext cx="7762875" cy="4947920"/>
            </a:xfrm>
            <a:prstGeom prst="roundRect">
              <a:avLst>
                <a:gd name="adj" fmla="val 1925"/>
              </a:avLst>
            </a:prstGeom>
          </p:spPr>
        </p:pic>
        <p:sp>
          <p:nvSpPr>
            <p:cNvPr id="6" name="캡처 테두리">
              <a:extLst>
                <a:ext uri="{FF2B5EF4-FFF2-40B4-BE49-F238E27FC236}">
                  <a16:creationId xmlns:a16="http://schemas.microsoft.com/office/drawing/2014/main" id="{E92C7673-9C0B-4B2E-A4C4-C36D1223ADCD}"/>
                </a:ext>
              </a:extLst>
            </p:cNvPr>
            <p:cNvSpPr>
              <a:spLocks noGrp="1"/>
            </p:cNvSpPr>
            <p:nvPr/>
          </p:nvSpPr>
          <p:spPr>
            <a:xfrm>
              <a:off x="285750" y="520700"/>
              <a:ext cx="7788275" cy="4973320"/>
            </a:xfrm>
            <a:prstGeom prst="roundRect">
              <a:avLst>
                <a:gd name="adj" fmla="val 2298"/>
              </a:avLst>
            </a:prstGeom>
            <a:noFill/>
            <a:ln w="12700">
              <a:solidFill>
                <a:srgbClr val="DCCCFF"/>
              </a:solidFill>
              <a:prstDash val="solid"/>
            </a:ln>
          </p:spPr>
          <p:txBody>
            <a:bodyPr/>
            <a:lstStyle/>
            <a:p>
              <a:endParaRPr lang="ko-KR" altLang="en-US"/>
            </a:p>
          </p:txBody>
        </p:sp>
        <p:sp>
          <p:nvSpPr>
            <p:cNvPr id="7" name="편집 가능한 강조 테두리">
              <a:extLst>
                <a:ext uri="{FF2B5EF4-FFF2-40B4-BE49-F238E27FC236}">
                  <a16:creationId xmlns:a16="http://schemas.microsoft.com/office/drawing/2014/main" id="{76AB9135-74A4-49B3-95C8-4404A86A5FE4}"/>
                </a:ext>
              </a:extLst>
            </p:cNvPr>
            <p:cNvSpPr>
              <a:spLocks noGrp="1"/>
            </p:cNvSpPr>
            <p:nvPr/>
          </p:nvSpPr>
          <p:spPr>
            <a:xfrm>
              <a:off x="494030" y="4556760"/>
              <a:ext cx="7369175" cy="754380"/>
            </a:xfrm>
            <a:prstGeom prst="roundRect">
              <a:avLst>
                <a:gd name="adj" fmla="val 6734"/>
              </a:avLst>
            </a:prstGeom>
            <a:noFill/>
            <a:ln w="25400">
              <a:solidFill>
                <a:srgbClr val="7F4FE6"/>
              </a:solidFill>
              <a:prstDash val="solid"/>
            </a:ln>
          </p:spPr>
          <p:txBody>
            <a:bodyPr/>
            <a:lstStyle/>
            <a:p>
              <a:endParaRPr lang="ko-KR" altLang="en-US"/>
            </a:p>
          </p:txBody>
        </p:sp>
        <p:sp>
          <p:nvSpPr>
            <p:cNvPr id="8" name="편집 가능한 설명 02 · 함께 대화">
              <a:extLst>
                <a:ext uri="{FF2B5EF4-FFF2-40B4-BE49-F238E27FC236}">
                  <a16:creationId xmlns:a16="http://schemas.microsoft.com/office/drawing/2014/main" id="{A2CA3AB9-072F-463C-B529-79B8367DCC1D}"/>
                </a:ext>
              </a:extLst>
            </p:cNvPr>
            <p:cNvSpPr>
              <a:spLocks noGrp="1"/>
            </p:cNvSpPr>
            <p:nvPr/>
          </p:nvSpPr>
          <p:spPr>
            <a:xfrm>
              <a:off x="8509000" y="825500"/>
              <a:ext cx="3238500" cy="334327"/>
            </a:xfrm>
            <a:prstGeom prst="rect">
              <a:avLst/>
            </a:prstGeom>
            <a:noFill/>
            <a:ln w="0">
              <a:noFill/>
            </a:ln>
          </p:spPr>
          <p:txBody>
            <a:bodyPr wrap="square" lIns="0" tIns="0" rIns="0" bIns="0" anchor="t">
              <a:noAutofit/>
            </a:bodyPr>
            <a:lstStyle>
              <a:defPPr>
                <a:defRPr sz="1950" b="1">
                  <a:solidFill>
                    <a:srgbClr val="5431A6"/>
                  </a:solidFill>
                  <a:latin typeface="Pretendard"/>
                  <a:ea typeface="Pretendard"/>
                  <a:cs typeface="Pretendard"/>
                </a:defRPr>
              </a:defPPr>
            </a:lstStyle>
            <a:p>
              <a:pPr>
                <a:lnSpc>
                  <a:spcPct val="135000"/>
                </a:lnSpc>
                <a:buNone/>
                <a:defRPr sz="1950" b="1">
                  <a:solidFill>
                    <a:srgbClr val="5431A6"/>
                  </a:solidFill>
                  <a:latin typeface="Pretendard"/>
                  <a:ea typeface="Pretendard"/>
                  <a:cs typeface="Pretendard"/>
                </a:defRPr>
              </a:pPr>
              <a:r>
                <a:rPr sz="1950" b="1">
                  <a:solidFill>
                    <a:srgbClr val="5431A6"/>
                  </a:solidFill>
                  <a:latin typeface="Pretendard"/>
                  <a:ea typeface="Pretendard"/>
                  <a:cs typeface="Pretendard"/>
                </a:rPr>
                <a:t>02 · 함께 대화</a:t>
              </a:r>
            </a:p>
          </p:txBody>
        </p:sp>
        <p:sp>
          <p:nvSpPr>
            <p:cNvPr id="9" name="편집 가능한 설명 저장한 부산 여행을&#10;공통 주제로 연결">
              <a:extLst>
                <a:ext uri="{FF2B5EF4-FFF2-40B4-BE49-F238E27FC236}">
                  <a16:creationId xmlns:a16="http://schemas.microsoft.com/office/drawing/2014/main" id="{FFFE4FF8-0AA4-490E-86DF-0C23F05A6D56}"/>
                </a:ext>
              </a:extLst>
            </p:cNvPr>
            <p:cNvSpPr>
              <a:spLocks noGrp="1"/>
            </p:cNvSpPr>
            <p:nvPr/>
          </p:nvSpPr>
          <p:spPr>
            <a:xfrm>
              <a:off x="8509000" y="1318578"/>
              <a:ext cx="3238500" cy="838200"/>
            </a:xfrm>
            <a:prstGeom prst="rect">
              <a:avLst/>
            </a:prstGeom>
            <a:noFill/>
            <a:ln w="0">
              <a:noFill/>
            </a:ln>
          </p:spPr>
          <p:txBody>
            <a:bodyPr wrap="square" lIns="0" tIns="0" rIns="0" bIns="0" anchor="t">
              <a:noAutofit/>
            </a:bodyPr>
            <a:lstStyle>
              <a:defPPr>
                <a:defRPr sz="1750" b="0">
                  <a:solidFill>
                    <a:srgbClr val="111111"/>
                  </a:solidFill>
                  <a:latin typeface="Pretendard"/>
                  <a:ea typeface="Pretendard"/>
                  <a:cs typeface="Pretendard"/>
                </a:defRPr>
              </a:defPPr>
            </a:lstStyle>
            <a:p>
              <a:pPr>
                <a:lnSpc>
                  <a:spcPct val="160000"/>
                </a:lnSpc>
                <a:buNone/>
                <a:defRPr sz="1750" b="0">
                  <a:solidFill>
                    <a:srgbClr val="111111"/>
                  </a:solidFill>
                  <a:latin typeface="Pretendard"/>
                  <a:ea typeface="Pretendard"/>
                  <a:cs typeface="Pretendard"/>
                </a:defRPr>
              </a:pPr>
              <a:r>
                <a:rPr sz="1750" b="0">
                  <a:solidFill>
                    <a:srgbClr val="111111"/>
                  </a:solidFill>
                  <a:latin typeface="Pretendard"/>
                  <a:ea typeface="Pretendard"/>
                  <a:cs typeface="Pretendard"/>
                </a:rPr>
                <a:t>저장한 부산 여행을</a:t>
              </a:r>
            </a:p>
            <a:p>
              <a:pPr>
                <a:lnSpc>
                  <a:spcPct val="160000"/>
                </a:lnSpc>
                <a:buNone/>
                <a:defRPr sz="1750" b="0">
                  <a:solidFill>
                    <a:srgbClr val="111111"/>
                  </a:solidFill>
                  <a:latin typeface="Pretendard"/>
                  <a:ea typeface="Pretendard"/>
                  <a:cs typeface="Pretendard"/>
                </a:defRPr>
              </a:pPr>
              <a:r>
                <a:rPr sz="1750" b="0">
                  <a:solidFill>
                    <a:srgbClr val="111111"/>
                  </a:solidFill>
                  <a:latin typeface="Pretendard"/>
                  <a:ea typeface="Pretendard"/>
                  <a:cs typeface="Pretendard"/>
                </a:rPr>
                <a:t>공통 주제로 연결</a:t>
              </a:r>
            </a:p>
          </p:txBody>
        </p:sp>
        <p:sp>
          <p:nvSpPr>
            <p:cNvPr id="10" name="편집 가능한 설명 대화 진행 안내">
              <a:extLst>
                <a:ext uri="{FF2B5EF4-FFF2-40B4-BE49-F238E27FC236}">
                  <a16:creationId xmlns:a16="http://schemas.microsoft.com/office/drawing/2014/main" id="{237AAB0C-9164-43E4-8DBA-FA11F41434C2}"/>
                </a:ext>
              </a:extLst>
            </p:cNvPr>
            <p:cNvSpPr>
              <a:spLocks noGrp="1"/>
            </p:cNvSpPr>
            <p:nvPr/>
          </p:nvSpPr>
          <p:spPr>
            <a:xfrm>
              <a:off x="8509000" y="2603500"/>
              <a:ext cx="3238500" cy="334327"/>
            </a:xfrm>
            <a:prstGeom prst="rect">
              <a:avLst/>
            </a:prstGeom>
            <a:noFill/>
            <a:ln w="0">
              <a:noFill/>
            </a:ln>
          </p:spPr>
          <p:txBody>
            <a:bodyPr wrap="square" lIns="0" tIns="0" rIns="0" bIns="0" anchor="t">
              <a:noAutofit/>
            </a:bodyPr>
            <a:lstStyle>
              <a:defPPr>
                <a:defRPr sz="1950" b="1">
                  <a:solidFill>
                    <a:srgbClr val="5431A6"/>
                  </a:solidFill>
                  <a:latin typeface="Pretendard"/>
                  <a:ea typeface="Pretendard"/>
                  <a:cs typeface="Pretendard"/>
                </a:defRPr>
              </a:defPPr>
            </a:lstStyle>
            <a:p>
              <a:pPr>
                <a:lnSpc>
                  <a:spcPct val="135000"/>
                </a:lnSpc>
                <a:buNone/>
                <a:defRPr sz="1950" b="1">
                  <a:solidFill>
                    <a:srgbClr val="5431A6"/>
                  </a:solidFill>
                  <a:latin typeface="Pretendard"/>
                  <a:ea typeface="Pretendard"/>
                  <a:cs typeface="Pretendard"/>
                </a:defRPr>
              </a:pPr>
              <a:r>
                <a:rPr sz="1950" b="1">
                  <a:solidFill>
                    <a:srgbClr val="5431A6"/>
                  </a:solidFill>
                  <a:latin typeface="Pretendard"/>
                  <a:ea typeface="Pretendard"/>
                  <a:cs typeface="Pretendard"/>
                </a:rPr>
                <a:t>대화 진행 안내</a:t>
              </a:r>
            </a:p>
          </p:txBody>
        </p:sp>
        <p:sp>
          <p:nvSpPr>
            <p:cNvPr id="11" name="편집 가능한 설명 주말 경험을 설명하고&#10;상대의 바다 여행 취향을&#10;">
              <a:extLst>
                <a:ext uri="{FF2B5EF4-FFF2-40B4-BE49-F238E27FC236}">
                  <a16:creationId xmlns:a16="http://schemas.microsoft.com/office/drawing/2014/main" id="{1B20285F-1F5C-4795-870D-55265FC64CAB}"/>
                </a:ext>
              </a:extLst>
            </p:cNvPr>
            <p:cNvSpPr>
              <a:spLocks noGrp="1"/>
            </p:cNvSpPr>
            <p:nvPr/>
          </p:nvSpPr>
          <p:spPr>
            <a:xfrm>
              <a:off x="8509000" y="3096577"/>
              <a:ext cx="3238500" cy="1193800"/>
            </a:xfrm>
            <a:prstGeom prst="rect">
              <a:avLst/>
            </a:prstGeom>
            <a:noFill/>
            <a:ln w="0">
              <a:noFill/>
            </a:ln>
          </p:spPr>
          <p:txBody>
            <a:bodyPr wrap="square" lIns="0" tIns="0" rIns="0" bIns="0" anchor="t">
              <a:noAutofit/>
            </a:bodyPr>
            <a:lstStyle>
              <a:defPPr>
                <a:defRPr sz="1750" b="0">
                  <a:solidFill>
                    <a:srgbClr val="111111"/>
                  </a:solidFill>
                  <a:latin typeface="Pretendard"/>
                  <a:ea typeface="Pretendard"/>
                  <a:cs typeface="Pretendard"/>
                </a:defRPr>
              </a:defPPr>
            </a:lstStyle>
            <a:p>
              <a:pPr>
                <a:lnSpc>
                  <a:spcPct val="160000"/>
                </a:lnSpc>
                <a:buNone/>
                <a:defRPr sz="1750" b="0">
                  <a:solidFill>
                    <a:srgbClr val="111111"/>
                  </a:solidFill>
                  <a:latin typeface="Pretendard"/>
                  <a:ea typeface="Pretendard"/>
                  <a:cs typeface="Pretendard"/>
                </a:defRPr>
              </a:pPr>
              <a:r>
                <a:rPr sz="1750" b="0">
                  <a:solidFill>
                    <a:srgbClr val="111111"/>
                  </a:solidFill>
                  <a:latin typeface="Pretendard"/>
                  <a:ea typeface="Pretendard"/>
                  <a:cs typeface="Pretendard"/>
                </a:rPr>
                <a:t>주말 경험을 설명하고</a:t>
              </a:r>
            </a:p>
            <a:p>
              <a:pPr>
                <a:lnSpc>
                  <a:spcPct val="160000"/>
                </a:lnSpc>
                <a:buNone/>
                <a:defRPr sz="1750" b="0">
                  <a:solidFill>
                    <a:srgbClr val="111111"/>
                  </a:solidFill>
                  <a:latin typeface="Pretendard"/>
                  <a:ea typeface="Pretendard"/>
                  <a:cs typeface="Pretendard"/>
                </a:defRPr>
              </a:pPr>
              <a:r>
                <a:rPr sz="1750" b="0">
                  <a:solidFill>
                    <a:srgbClr val="111111"/>
                  </a:solidFill>
                  <a:latin typeface="Pretendard"/>
                  <a:ea typeface="Pretendard"/>
                  <a:cs typeface="Pretendard"/>
                </a:rPr>
                <a:t>상대의 바다 여행 취향을</a:t>
              </a:r>
            </a:p>
            <a:p>
              <a:pPr>
                <a:lnSpc>
                  <a:spcPct val="160000"/>
                </a:lnSpc>
                <a:buNone/>
                <a:defRPr sz="1750" b="0">
                  <a:solidFill>
                    <a:srgbClr val="111111"/>
                  </a:solidFill>
                  <a:latin typeface="Pretendard"/>
                  <a:ea typeface="Pretendard"/>
                  <a:cs typeface="Pretendard"/>
                </a:defRPr>
              </a:pPr>
              <a:r>
                <a:rPr sz="1750" b="0">
                  <a:solidFill>
                    <a:srgbClr val="111111"/>
                  </a:solidFill>
                  <a:latin typeface="Pretendard"/>
                  <a:ea typeface="Pretendard"/>
                  <a:cs typeface="Pretendard"/>
                </a:rPr>
                <a:t>물어보도록 안내</a:t>
              </a:r>
            </a:p>
          </p:txBody>
        </p:sp>
        <p:sp>
          <p:nvSpPr>
            <p:cNvPr id="12" name="편집 가능한 설명 실제 연결 확인">
              <a:extLst>
                <a:ext uri="{FF2B5EF4-FFF2-40B4-BE49-F238E27FC236}">
                  <a16:creationId xmlns:a16="http://schemas.microsoft.com/office/drawing/2014/main" id="{8DE9CB06-DEBF-45EF-BE30-58405BA70B62}"/>
                </a:ext>
              </a:extLst>
            </p:cNvPr>
            <p:cNvSpPr>
              <a:spLocks noGrp="1"/>
            </p:cNvSpPr>
            <p:nvPr/>
          </p:nvSpPr>
          <p:spPr>
            <a:xfrm>
              <a:off x="8509000" y="4762500"/>
              <a:ext cx="3238500" cy="334327"/>
            </a:xfrm>
            <a:prstGeom prst="rect">
              <a:avLst/>
            </a:prstGeom>
            <a:noFill/>
            <a:ln w="0">
              <a:noFill/>
            </a:ln>
          </p:spPr>
          <p:txBody>
            <a:bodyPr wrap="square" lIns="0" tIns="0" rIns="0" bIns="0" anchor="t">
              <a:noAutofit/>
            </a:bodyPr>
            <a:lstStyle>
              <a:defPPr>
                <a:defRPr sz="1950" b="1">
                  <a:solidFill>
                    <a:srgbClr val="5431A6"/>
                  </a:solidFill>
                  <a:latin typeface="Pretendard"/>
                  <a:ea typeface="Pretendard"/>
                  <a:cs typeface="Pretendard"/>
                </a:defRPr>
              </a:defPPr>
            </a:lstStyle>
            <a:p>
              <a:pPr>
                <a:lnSpc>
                  <a:spcPct val="135000"/>
                </a:lnSpc>
                <a:buNone/>
                <a:defRPr sz="1950" b="1">
                  <a:solidFill>
                    <a:srgbClr val="5431A6"/>
                  </a:solidFill>
                  <a:latin typeface="Pretendard"/>
                  <a:ea typeface="Pretendard"/>
                  <a:cs typeface="Pretendard"/>
                </a:defRPr>
              </a:pPr>
              <a:r>
                <a:rPr sz="1950" b="1">
                  <a:solidFill>
                    <a:srgbClr val="5431A6"/>
                  </a:solidFill>
                  <a:latin typeface="Pretendard"/>
                  <a:ea typeface="Pretendard"/>
                  <a:cs typeface="Pretendard"/>
                </a:rPr>
                <a:t>실제 연결 확인</a:t>
              </a:r>
            </a:p>
          </p:txBody>
        </p:sp>
        <p:sp>
          <p:nvSpPr>
            <p:cNvPr id="13" name="편집 가능한 설명 같은 스터디의 두 계정&#10;+ 저장한 경험 ID">
              <a:extLst>
                <a:ext uri="{FF2B5EF4-FFF2-40B4-BE49-F238E27FC236}">
                  <a16:creationId xmlns:a16="http://schemas.microsoft.com/office/drawing/2014/main" id="{E240B938-AA29-4CF3-90DA-EF57B76BAFAB}"/>
                </a:ext>
              </a:extLst>
            </p:cNvPr>
            <p:cNvSpPr>
              <a:spLocks noGrp="1"/>
            </p:cNvSpPr>
            <p:nvPr/>
          </p:nvSpPr>
          <p:spPr>
            <a:xfrm>
              <a:off x="8509000" y="5255578"/>
              <a:ext cx="3238500" cy="838200"/>
            </a:xfrm>
            <a:prstGeom prst="rect">
              <a:avLst/>
            </a:prstGeom>
            <a:noFill/>
            <a:ln w="0">
              <a:noFill/>
            </a:ln>
          </p:spPr>
          <p:txBody>
            <a:bodyPr wrap="square" lIns="0" tIns="0" rIns="0" bIns="0" anchor="t">
              <a:noAutofit/>
            </a:bodyPr>
            <a:lstStyle>
              <a:defPPr>
                <a:defRPr sz="1750" b="0">
                  <a:solidFill>
                    <a:srgbClr val="111111"/>
                  </a:solidFill>
                  <a:latin typeface="Pretendard"/>
                  <a:ea typeface="Pretendard"/>
                  <a:cs typeface="Pretendard"/>
                </a:defRPr>
              </a:defPPr>
            </a:lstStyle>
            <a:p>
              <a:pPr>
                <a:lnSpc>
                  <a:spcPct val="160000"/>
                </a:lnSpc>
                <a:buNone/>
                <a:defRPr sz="1750" b="0">
                  <a:solidFill>
                    <a:srgbClr val="111111"/>
                  </a:solidFill>
                  <a:latin typeface="Pretendard"/>
                  <a:ea typeface="Pretendard"/>
                  <a:cs typeface="Pretendard"/>
                </a:defRPr>
              </a:pPr>
              <a:r>
                <a:rPr sz="1750" b="0">
                  <a:solidFill>
                    <a:srgbClr val="111111"/>
                  </a:solidFill>
                  <a:latin typeface="Pretendard"/>
                  <a:ea typeface="Pretendard"/>
                  <a:cs typeface="Pretendard"/>
                </a:rPr>
                <a:t>같은 스터디의 두 계정</a:t>
              </a:r>
            </a:p>
            <a:p>
              <a:pPr>
                <a:lnSpc>
                  <a:spcPct val="160000"/>
                </a:lnSpc>
                <a:buNone/>
                <a:defRPr sz="1750" b="0">
                  <a:solidFill>
                    <a:srgbClr val="111111"/>
                  </a:solidFill>
                  <a:latin typeface="Pretendard"/>
                  <a:ea typeface="Pretendard"/>
                  <a:cs typeface="Pretendard"/>
                </a:defRPr>
              </a:pPr>
              <a:r>
                <a:rPr sz="1750" b="0">
                  <a:solidFill>
                    <a:srgbClr val="111111"/>
                  </a:solidFill>
                  <a:latin typeface="Pretendard"/>
                  <a:ea typeface="Pretendard"/>
                  <a:cs typeface="Pretendard"/>
                </a:rPr>
                <a:t>+ 저장한 경험 ID</a:t>
              </a:r>
            </a:p>
          </p:txBody>
        </p:sp>
        <p:sp>
          <p:nvSpPr>
            <p:cNvPr id="14" name="구분선">
              <a:extLst>
                <a:ext uri="{FF2B5EF4-FFF2-40B4-BE49-F238E27FC236}">
                  <a16:creationId xmlns:a16="http://schemas.microsoft.com/office/drawing/2014/main" id="{21B4700A-3282-45A2-9790-0076980FEC0A}"/>
                </a:ext>
              </a:extLst>
            </p:cNvPr>
            <p:cNvSpPr>
              <a:spLocks noGrp="1"/>
            </p:cNvSpPr>
            <p:nvPr/>
          </p:nvSpPr>
          <p:spPr>
            <a:xfrm>
              <a:off x="412750" y="6364288"/>
              <a:ext cx="11366500" cy="6350"/>
            </a:xfrm>
            <a:prstGeom prst="rect">
              <a:avLst/>
            </a:prstGeom>
            <a:solidFill>
              <a:srgbClr val="E3E3E3"/>
            </a:solidFill>
            <a:ln w="0">
              <a:noFill/>
            </a:ln>
          </p:spPr>
          <p:txBody>
            <a:bodyPr/>
            <a:lstStyle/>
            <a:p>
              <a:endParaRPr lang="ko-KR" altLang="en-US"/>
            </a:p>
          </p:txBody>
        </p:sp>
        <p:sp>
          <p:nvSpPr>
            <p:cNvPr id="15" name="편집 가능한 설명 실제 서비스가 생성한 이미지 주제 · 그림은 A">
              <a:extLst>
                <a:ext uri="{FF2B5EF4-FFF2-40B4-BE49-F238E27FC236}">
                  <a16:creationId xmlns:a16="http://schemas.microsoft.com/office/drawing/2014/main" id="{017CE15D-6879-422D-A3AC-41438B70FE84}"/>
                </a:ext>
              </a:extLst>
            </p:cNvPr>
            <p:cNvSpPr>
              <a:spLocks noGrp="1"/>
            </p:cNvSpPr>
            <p:nvPr/>
          </p:nvSpPr>
          <p:spPr>
            <a:xfrm>
              <a:off x="412750" y="6484937"/>
              <a:ext cx="11366500" cy="214313"/>
            </a:xfrm>
            <a:prstGeom prst="rect">
              <a:avLst/>
            </a:prstGeom>
            <a:noFill/>
            <a:ln w="0">
              <a:noFill/>
            </a:ln>
          </p:spPr>
          <p:txBody>
            <a:bodyPr wrap="square" lIns="0" tIns="0" rIns="0" bIns="0" anchor="t">
              <a:noAutofit/>
            </a:bodyPr>
            <a:lstStyle>
              <a:defPPr>
                <a:defRPr sz="1250" b="0">
                  <a:solidFill>
                    <a:srgbClr val="5D5D5D"/>
                  </a:solidFill>
                  <a:latin typeface="Pretendard"/>
                  <a:ea typeface="Pretendard"/>
                  <a:cs typeface="Pretendard"/>
                </a:defRPr>
              </a:defPPr>
            </a:lstStyle>
            <a:p>
              <a:pPr>
                <a:lnSpc>
                  <a:spcPct val="135000"/>
                </a:lnSpc>
                <a:buNone/>
                <a:defRPr sz="1250" b="0">
                  <a:solidFill>
                    <a:srgbClr val="5D5D5D"/>
                  </a:solidFill>
                  <a:latin typeface="Pretendard"/>
                  <a:ea typeface="Pretendard"/>
                  <a:cs typeface="Pretendard"/>
                </a:defRPr>
              </a:pPr>
              <a:r>
                <a:rPr sz="1250" b="0">
                  <a:solidFill>
                    <a:srgbClr val="5D5D5D"/>
                  </a:solidFill>
                  <a:latin typeface="Pretendard"/>
                  <a:ea typeface="Pretendard"/>
                  <a:cs typeface="Pretendard"/>
                </a:rPr>
                <a:t>실제 서비스가 생성한 이미지 주제 · 그림은 AI 생성 콘텐츠이며 사용자 경험의 실사 사진이 아님</a:t>
              </a:r>
            </a:p>
          </p:txBody>
        </p:sp>
      </p:grpSp>
      <p:grpSp>
        <p:nvGrpSpPr>
          <p:cNvPr id="2" name="편집 가능한 설명과 실제 화면 - s08-transcript">
            <a:extLst>
              <a:ext uri="{FF2B5EF4-FFF2-40B4-BE49-F238E27FC236}">
                <a16:creationId xmlns:a16="http://schemas.microsoft.com/office/drawing/2014/main" id="{2867CAB1-75C9-4F7C-8E39-5100F57CBD4B}"/>
              </a:ext>
            </a:extLst>
          </p:cNvPr>
          <p:cNvGrpSpPr/>
          <p:nvPr/>
        </p:nvGrpSpPr>
        <p:grpSpPr>
          <a:xfrm>
            <a:off x="0" y="0"/>
            <a:ext cx="12192000" cy="6858000"/>
            <a:chOff x="0" y="0"/>
            <a:chExt cx="12192000" cy="6858000"/>
          </a:xfrm>
        </p:grpSpPr>
        <p:sp>
          <p:nvSpPr>
            <p:cNvPr id="16" name="배경">
              <a:extLst>
                <a:ext uri="{FF2B5EF4-FFF2-40B4-BE49-F238E27FC236}">
                  <a16:creationId xmlns:a16="http://schemas.microsoft.com/office/drawing/2014/main" id="{1D034E4D-D296-44EF-97BB-F9FD47F2458A}"/>
                </a:ext>
              </a:extLst>
            </p:cNvPr>
            <p:cNvSpPr>
              <a:spLocks noGrp="1"/>
            </p:cNvSpPr>
            <p:nvPr/>
          </p:nvSpPr>
          <p:spPr>
            <a:xfrm>
              <a:off x="0" y="0"/>
              <a:ext cx="12192000" cy="6858000"/>
            </a:xfrm>
            <a:prstGeom prst="rect">
              <a:avLst/>
            </a:prstGeom>
            <a:solidFill>
              <a:srgbClr val="F8F6FF"/>
            </a:solidFill>
            <a:ln w="0">
              <a:noFill/>
            </a:ln>
          </p:spPr>
          <p:txBody>
            <a:bodyPr/>
            <a:lstStyle/>
            <a:p>
              <a:endParaRPr lang="ko-KR" altLang="en-US"/>
            </a:p>
          </p:txBody>
        </p:sp>
        <p:sp>
          <p:nvSpPr>
            <p:cNvPr id="17" name="편집 가능한 설명 같은 음성을 다시 전사한 결과">
              <a:extLst>
                <a:ext uri="{FF2B5EF4-FFF2-40B4-BE49-F238E27FC236}">
                  <a16:creationId xmlns:a16="http://schemas.microsoft.com/office/drawing/2014/main" id="{6916F70F-BFE2-4F54-9B8D-A43F2E40E92C}"/>
                </a:ext>
              </a:extLst>
            </p:cNvPr>
            <p:cNvSpPr>
              <a:spLocks noGrp="1"/>
            </p:cNvSpPr>
            <p:nvPr/>
          </p:nvSpPr>
          <p:spPr>
            <a:xfrm>
              <a:off x="444500" y="254000"/>
              <a:ext cx="11303000" cy="334327"/>
            </a:xfrm>
            <a:prstGeom prst="rect">
              <a:avLst/>
            </a:prstGeom>
            <a:noFill/>
            <a:ln w="0">
              <a:noFill/>
            </a:ln>
          </p:spPr>
          <p:txBody>
            <a:bodyPr wrap="square" lIns="0" tIns="0" rIns="0" bIns="0" anchor="t">
              <a:noAutofit/>
            </a:bodyPr>
            <a:lstStyle>
              <a:defPPr>
                <a:defRPr sz="1950" b="1">
                  <a:solidFill>
                    <a:srgbClr val="5431A6"/>
                  </a:solidFill>
                  <a:latin typeface="Pretendard"/>
                  <a:ea typeface="Pretendard"/>
                  <a:cs typeface="Pretendard"/>
                </a:defRPr>
              </a:defPPr>
            </a:lstStyle>
            <a:p>
              <a:pPr>
                <a:lnSpc>
                  <a:spcPct val="135000"/>
                </a:lnSpc>
                <a:buNone/>
                <a:defRPr sz="1950" b="1">
                  <a:solidFill>
                    <a:srgbClr val="5431A6"/>
                  </a:solidFill>
                  <a:latin typeface="Pretendard"/>
                  <a:ea typeface="Pretendard"/>
                  <a:cs typeface="Pretendard"/>
                </a:defRPr>
              </a:pPr>
              <a:r>
                <a:rPr sz="1950" b="1">
                  <a:solidFill>
                    <a:srgbClr val="5431A6"/>
                  </a:solidFill>
                  <a:latin typeface="Pretendard"/>
                  <a:ea typeface="Pretendard"/>
                  <a:cs typeface="Pretendard"/>
                </a:rPr>
                <a:t>같은 음성을 다시 전사한 결과</a:t>
              </a:r>
            </a:p>
          </p:txBody>
        </p:sp>
        <p:pic>
          <p:nvPicPr>
            <p:cNvPr id="18" name="그림 17">
              <a:extLst>
                <a:ext uri="{FF2B5EF4-FFF2-40B4-BE49-F238E27FC236}">
                  <a16:creationId xmlns:a16="http://schemas.microsoft.com/office/drawing/2014/main" id="{660B0B12-3AB4-462A-A18B-79A1CA5AC4AD}"/>
                </a:ext>
              </a:extLst>
            </p:cNvPr>
            <p:cNvPicPr>
              <a:picLocks noChangeAspect="1"/>
            </p:cNvPicPr>
            <p:nvPr/>
          </p:nvPicPr>
          <p:blipFill>
            <a:blip r:embed="rId4"/>
            <a:srcRect l="7813" t="81441" r="57269" b="14009"/>
            <a:stretch/>
          </p:blipFill>
          <p:spPr>
            <a:xfrm>
              <a:off x="615950" y="1219200"/>
              <a:ext cx="10820400" cy="1039812"/>
            </a:xfrm>
            <a:prstGeom prst="roundRect">
              <a:avLst>
                <a:gd name="adj" fmla="val 9160"/>
              </a:avLst>
            </a:prstGeom>
          </p:spPr>
        </p:pic>
        <p:sp>
          <p:nvSpPr>
            <p:cNvPr id="19" name="캡처 테두리">
              <a:extLst>
                <a:ext uri="{FF2B5EF4-FFF2-40B4-BE49-F238E27FC236}">
                  <a16:creationId xmlns:a16="http://schemas.microsoft.com/office/drawing/2014/main" id="{6F6A0EA6-988F-4592-8431-C66EB185FEAC}"/>
                </a:ext>
              </a:extLst>
            </p:cNvPr>
            <p:cNvSpPr>
              <a:spLocks noGrp="1"/>
            </p:cNvSpPr>
            <p:nvPr/>
          </p:nvSpPr>
          <p:spPr>
            <a:xfrm>
              <a:off x="603250" y="1206500"/>
              <a:ext cx="10845800" cy="1065213"/>
            </a:xfrm>
            <a:prstGeom prst="roundRect">
              <a:avLst>
                <a:gd name="adj" fmla="val 10730"/>
              </a:avLst>
            </a:prstGeom>
            <a:noFill/>
            <a:ln w="12700">
              <a:solidFill>
                <a:srgbClr val="DCCCFF"/>
              </a:solidFill>
              <a:prstDash val="solid"/>
            </a:ln>
          </p:spPr>
          <p:txBody>
            <a:bodyPr/>
            <a:lstStyle/>
            <a:p>
              <a:endParaRPr lang="ko-KR" altLang="en-US"/>
            </a:p>
          </p:txBody>
        </p:sp>
        <p:sp>
          <p:nvSpPr>
            <p:cNvPr id="20" name="편집 가능한 강조 테두리">
              <a:extLst>
                <a:ext uri="{FF2B5EF4-FFF2-40B4-BE49-F238E27FC236}">
                  <a16:creationId xmlns:a16="http://schemas.microsoft.com/office/drawing/2014/main" id="{64FB9CA1-DD3F-44E9-AB5F-53E67DEB5F73}"/>
                </a:ext>
              </a:extLst>
            </p:cNvPr>
            <p:cNvSpPr>
              <a:spLocks noGrp="1"/>
            </p:cNvSpPr>
            <p:nvPr/>
          </p:nvSpPr>
          <p:spPr>
            <a:xfrm>
              <a:off x="7239635" y="1277303"/>
              <a:ext cx="3679825" cy="426085"/>
            </a:xfrm>
            <a:prstGeom prst="roundRect">
              <a:avLst>
                <a:gd name="adj" fmla="val 11923"/>
              </a:avLst>
            </a:prstGeom>
            <a:noFill/>
            <a:ln w="25400">
              <a:solidFill>
                <a:srgbClr val="F0AF14"/>
              </a:solidFill>
              <a:prstDash val="solid"/>
            </a:ln>
          </p:spPr>
          <p:txBody>
            <a:bodyPr/>
            <a:lstStyle/>
            <a:p>
              <a:endParaRPr lang="ko-KR" altLang="en-US"/>
            </a:p>
          </p:txBody>
        </p:sp>
        <p:sp>
          <p:nvSpPr>
            <p:cNvPr id="21" name="편집 가능한 강조 테두리">
              <a:extLst>
                <a:ext uri="{FF2B5EF4-FFF2-40B4-BE49-F238E27FC236}">
                  <a16:creationId xmlns:a16="http://schemas.microsoft.com/office/drawing/2014/main" id="{2B428838-60A2-48C2-8320-94A543851B88}"/>
                </a:ext>
              </a:extLst>
            </p:cNvPr>
            <p:cNvSpPr>
              <a:spLocks noGrp="1"/>
            </p:cNvSpPr>
            <p:nvPr/>
          </p:nvSpPr>
          <p:spPr>
            <a:xfrm>
              <a:off x="6658610" y="1819593"/>
              <a:ext cx="2614613" cy="406717"/>
            </a:xfrm>
            <a:prstGeom prst="roundRect">
              <a:avLst>
                <a:gd name="adj" fmla="val 12490"/>
              </a:avLst>
            </a:prstGeom>
            <a:noFill/>
            <a:ln w="25400">
              <a:solidFill>
                <a:srgbClr val="1FAF7F"/>
              </a:solidFill>
              <a:prstDash val="solid"/>
            </a:ln>
          </p:spPr>
          <p:txBody>
            <a:bodyPr/>
            <a:lstStyle/>
            <a:p>
              <a:endParaRPr lang="ko-KR" altLang="en-US"/>
            </a:p>
          </p:txBody>
        </p:sp>
        <p:sp>
          <p:nvSpPr>
            <p:cNvPr id="22" name="편집 가능한 설명 인식 보정">
              <a:extLst>
                <a:ext uri="{FF2B5EF4-FFF2-40B4-BE49-F238E27FC236}">
                  <a16:creationId xmlns:a16="http://schemas.microsoft.com/office/drawing/2014/main" id="{BBD6F8E4-7EF0-46DF-86E5-A7A1B391A5DD}"/>
                </a:ext>
              </a:extLst>
            </p:cNvPr>
            <p:cNvSpPr>
              <a:spLocks noGrp="1"/>
            </p:cNvSpPr>
            <p:nvPr/>
          </p:nvSpPr>
          <p:spPr>
            <a:xfrm>
              <a:off x="508000" y="2984500"/>
              <a:ext cx="5397500" cy="334327"/>
            </a:xfrm>
            <a:prstGeom prst="rect">
              <a:avLst/>
            </a:prstGeom>
            <a:noFill/>
            <a:ln w="0">
              <a:noFill/>
            </a:ln>
          </p:spPr>
          <p:txBody>
            <a:bodyPr wrap="square" lIns="0" tIns="0" rIns="0" bIns="0" anchor="t">
              <a:noAutofit/>
            </a:bodyPr>
            <a:lstStyle>
              <a:defPPr>
                <a:defRPr sz="1950" b="1">
                  <a:solidFill>
                    <a:srgbClr val="5431A6"/>
                  </a:solidFill>
                  <a:latin typeface="Pretendard"/>
                  <a:ea typeface="Pretendard"/>
                  <a:cs typeface="Pretendard"/>
                </a:defRPr>
              </a:defPPr>
            </a:lstStyle>
            <a:p>
              <a:pPr>
                <a:lnSpc>
                  <a:spcPct val="135000"/>
                </a:lnSpc>
                <a:buNone/>
                <a:defRPr sz="1950" b="1">
                  <a:solidFill>
                    <a:srgbClr val="5431A6"/>
                  </a:solidFill>
                  <a:latin typeface="Pretendard"/>
                  <a:ea typeface="Pretendard"/>
                  <a:cs typeface="Pretendard"/>
                </a:defRPr>
              </a:pPr>
              <a:r>
                <a:rPr sz="1950" b="1">
                  <a:solidFill>
                    <a:srgbClr val="5431A6"/>
                  </a:solidFill>
                  <a:latin typeface="Pretendard"/>
                  <a:ea typeface="Pretendard"/>
                  <a:cs typeface="Pretendard"/>
                </a:rPr>
                <a:t>인식 보정</a:t>
              </a:r>
            </a:p>
          </p:txBody>
        </p:sp>
        <p:sp>
          <p:nvSpPr>
            <p:cNvPr id="23" name="편집 가능한 설명 planned → plan&#10;합성 음성의 대본과 ">
              <a:extLst>
                <a:ext uri="{FF2B5EF4-FFF2-40B4-BE49-F238E27FC236}">
                  <a16:creationId xmlns:a16="http://schemas.microsoft.com/office/drawing/2014/main" id="{66B30284-9D83-4467-8DC6-937F11E4C5B6}"/>
                </a:ext>
              </a:extLst>
            </p:cNvPr>
            <p:cNvSpPr>
              <a:spLocks noGrp="1"/>
            </p:cNvSpPr>
            <p:nvPr/>
          </p:nvSpPr>
          <p:spPr>
            <a:xfrm>
              <a:off x="508000" y="3477577"/>
              <a:ext cx="5397500" cy="838200"/>
            </a:xfrm>
            <a:prstGeom prst="rect">
              <a:avLst/>
            </a:prstGeom>
            <a:noFill/>
            <a:ln w="0">
              <a:noFill/>
            </a:ln>
          </p:spPr>
          <p:txBody>
            <a:bodyPr wrap="square" lIns="0" tIns="0" rIns="0" bIns="0" anchor="t">
              <a:noAutofit/>
            </a:bodyPr>
            <a:lstStyle>
              <a:defPPr>
                <a:defRPr sz="1750" b="0">
                  <a:solidFill>
                    <a:srgbClr val="111111"/>
                  </a:solidFill>
                  <a:latin typeface="Pretendard"/>
                  <a:ea typeface="Pretendard"/>
                  <a:cs typeface="Pretendard"/>
                </a:defRPr>
              </a:defPPr>
            </a:lstStyle>
            <a:p>
              <a:pPr>
                <a:lnSpc>
                  <a:spcPct val="160000"/>
                </a:lnSpc>
                <a:buNone/>
                <a:defRPr sz="1750" b="0">
                  <a:solidFill>
                    <a:srgbClr val="111111"/>
                  </a:solidFill>
                  <a:latin typeface="Pretendard"/>
                  <a:ea typeface="Pretendard"/>
                  <a:cs typeface="Pretendard"/>
                </a:defRPr>
              </a:pPr>
              <a:r>
                <a:rPr sz="1750" b="0">
                  <a:solidFill>
                    <a:srgbClr val="111111"/>
                  </a:solidFill>
                  <a:latin typeface="Pretendard"/>
                  <a:ea typeface="Pretendard"/>
                  <a:cs typeface="Pretendard"/>
                </a:rPr>
                <a:t>planned → plan</a:t>
              </a:r>
            </a:p>
            <a:p>
              <a:pPr>
                <a:lnSpc>
                  <a:spcPct val="160000"/>
                </a:lnSpc>
                <a:buNone/>
                <a:defRPr sz="1750" b="0">
                  <a:solidFill>
                    <a:srgbClr val="111111"/>
                  </a:solidFill>
                  <a:latin typeface="Pretendard"/>
                  <a:ea typeface="Pretendard"/>
                  <a:cs typeface="Pretendard"/>
                </a:defRPr>
              </a:pPr>
              <a:r>
                <a:rPr sz="1750" b="0">
                  <a:solidFill>
                    <a:srgbClr val="111111"/>
                  </a:solidFill>
                  <a:latin typeface="Pretendard"/>
                  <a:ea typeface="Pretendard"/>
                  <a:cs typeface="Pretendard"/>
                </a:rPr>
                <a:t>합성 음성의 대본과 일치한 사례</a:t>
              </a:r>
            </a:p>
          </p:txBody>
        </p:sp>
        <p:sp>
          <p:nvSpPr>
            <p:cNvPr id="24" name="편집 가능한 설명 문법 피드백은 다음 단계">
              <a:extLst>
                <a:ext uri="{FF2B5EF4-FFF2-40B4-BE49-F238E27FC236}">
                  <a16:creationId xmlns:a16="http://schemas.microsoft.com/office/drawing/2014/main" id="{FC70A258-A6B6-4A15-9527-429EFD129906}"/>
                </a:ext>
              </a:extLst>
            </p:cNvPr>
            <p:cNvSpPr>
              <a:spLocks noGrp="1"/>
            </p:cNvSpPr>
            <p:nvPr/>
          </p:nvSpPr>
          <p:spPr>
            <a:xfrm>
              <a:off x="6540500" y="2984500"/>
              <a:ext cx="5016500" cy="334327"/>
            </a:xfrm>
            <a:prstGeom prst="rect">
              <a:avLst/>
            </a:prstGeom>
            <a:noFill/>
            <a:ln w="0">
              <a:noFill/>
            </a:ln>
          </p:spPr>
          <p:txBody>
            <a:bodyPr wrap="square" lIns="0" tIns="0" rIns="0" bIns="0" anchor="t">
              <a:noAutofit/>
            </a:bodyPr>
            <a:lstStyle>
              <a:defPPr>
                <a:defRPr sz="1950" b="1">
                  <a:solidFill>
                    <a:srgbClr val="5431A6"/>
                  </a:solidFill>
                  <a:latin typeface="Pretendard"/>
                  <a:ea typeface="Pretendard"/>
                  <a:cs typeface="Pretendard"/>
                </a:defRPr>
              </a:defPPr>
            </a:lstStyle>
            <a:p>
              <a:pPr>
                <a:lnSpc>
                  <a:spcPct val="135000"/>
                </a:lnSpc>
                <a:buNone/>
                <a:defRPr sz="1950" b="1">
                  <a:solidFill>
                    <a:srgbClr val="5431A6"/>
                  </a:solidFill>
                  <a:latin typeface="Pretendard"/>
                  <a:ea typeface="Pretendard"/>
                  <a:cs typeface="Pretendard"/>
                </a:defRPr>
              </a:pPr>
              <a:r>
                <a:rPr sz="1950" b="1">
                  <a:solidFill>
                    <a:srgbClr val="5431A6"/>
                  </a:solidFill>
                  <a:latin typeface="Pretendard"/>
                  <a:ea typeface="Pretendard"/>
                  <a:cs typeface="Pretendard"/>
                </a:rPr>
                <a:t>문법 피드백은 다음 단계</a:t>
              </a:r>
            </a:p>
          </p:txBody>
        </p:sp>
        <p:sp>
          <p:nvSpPr>
            <p:cNvPr id="25" name="편집 가능한 설명 She don’t…는 보정문에도 유지&#10;문장별 검">
              <a:extLst>
                <a:ext uri="{FF2B5EF4-FFF2-40B4-BE49-F238E27FC236}">
                  <a16:creationId xmlns:a16="http://schemas.microsoft.com/office/drawing/2014/main" id="{83169BD5-8D0A-4886-A523-28B1B9E0FD51}"/>
                </a:ext>
              </a:extLst>
            </p:cNvPr>
            <p:cNvSpPr>
              <a:spLocks noGrp="1"/>
            </p:cNvSpPr>
            <p:nvPr/>
          </p:nvSpPr>
          <p:spPr>
            <a:xfrm>
              <a:off x="6540500" y="3477577"/>
              <a:ext cx="5016500" cy="838200"/>
            </a:xfrm>
            <a:prstGeom prst="rect">
              <a:avLst/>
            </a:prstGeom>
            <a:noFill/>
            <a:ln w="0">
              <a:noFill/>
            </a:ln>
          </p:spPr>
          <p:txBody>
            <a:bodyPr wrap="square" lIns="0" tIns="0" rIns="0" bIns="0" anchor="t">
              <a:noAutofit/>
            </a:bodyPr>
            <a:lstStyle>
              <a:defPPr>
                <a:defRPr sz="1750" b="0">
                  <a:solidFill>
                    <a:srgbClr val="111111"/>
                  </a:solidFill>
                  <a:latin typeface="Pretendard"/>
                  <a:ea typeface="Pretendard"/>
                  <a:cs typeface="Pretendard"/>
                </a:defRPr>
              </a:defPPr>
            </a:lstStyle>
            <a:p>
              <a:pPr>
                <a:lnSpc>
                  <a:spcPct val="160000"/>
                </a:lnSpc>
                <a:buNone/>
                <a:defRPr sz="1750" b="0">
                  <a:solidFill>
                    <a:srgbClr val="111111"/>
                  </a:solidFill>
                  <a:latin typeface="Pretendard"/>
                  <a:ea typeface="Pretendard"/>
                  <a:cs typeface="Pretendard"/>
                </a:defRPr>
              </a:pPr>
              <a:r>
                <a:rPr sz="1750" b="0">
                  <a:solidFill>
                    <a:srgbClr val="111111"/>
                  </a:solidFill>
                  <a:latin typeface="Pretendard"/>
                  <a:ea typeface="Pretendard"/>
                  <a:cs typeface="Pretendard"/>
                </a:rPr>
                <a:t>She don’t…는 보정문에도 유지</a:t>
              </a:r>
            </a:p>
            <a:p>
              <a:pPr>
                <a:lnSpc>
                  <a:spcPct val="160000"/>
                </a:lnSpc>
                <a:buNone/>
                <a:defRPr sz="1750" b="0">
                  <a:solidFill>
                    <a:srgbClr val="111111"/>
                  </a:solidFill>
                  <a:latin typeface="Pretendard"/>
                  <a:ea typeface="Pretendard"/>
                  <a:cs typeface="Pretendard"/>
                </a:defRPr>
              </a:pPr>
              <a:r>
                <a:rPr sz="1750" b="0">
                  <a:solidFill>
                    <a:srgbClr val="111111"/>
                  </a:solidFill>
                  <a:latin typeface="Pretendard"/>
                  <a:ea typeface="Pretendard"/>
                  <a:cs typeface="Pretendard"/>
                </a:rPr>
                <a:t>문장별 검토에서 doesn’t를 제안</a:t>
              </a:r>
            </a:p>
          </p:txBody>
        </p:sp>
        <p:sp>
          <p:nvSpPr>
            <p:cNvPr id="26" name="구분선">
              <a:extLst>
                <a:ext uri="{FF2B5EF4-FFF2-40B4-BE49-F238E27FC236}">
                  <a16:creationId xmlns:a16="http://schemas.microsoft.com/office/drawing/2014/main" id="{4A9A8886-E198-47E3-9F7C-4C357C2BFBFA}"/>
                </a:ext>
              </a:extLst>
            </p:cNvPr>
            <p:cNvSpPr>
              <a:spLocks noGrp="1"/>
            </p:cNvSpPr>
            <p:nvPr/>
          </p:nvSpPr>
          <p:spPr>
            <a:xfrm>
              <a:off x="412750" y="6364288"/>
              <a:ext cx="11366500" cy="6350"/>
            </a:xfrm>
            <a:prstGeom prst="rect">
              <a:avLst/>
            </a:prstGeom>
            <a:solidFill>
              <a:srgbClr val="E3E3E3"/>
            </a:solidFill>
            <a:ln w="0">
              <a:noFill/>
            </a:ln>
          </p:spPr>
          <p:txBody>
            <a:bodyPr/>
            <a:lstStyle/>
            <a:p>
              <a:endParaRPr lang="ko-KR" altLang="en-US"/>
            </a:p>
          </p:txBody>
        </p:sp>
        <p:sp>
          <p:nvSpPr>
            <p:cNvPr id="27" name="편집 가능한 설명 기존 합성 WAV → 실제 음성 WebSocke">
              <a:extLst>
                <a:ext uri="{FF2B5EF4-FFF2-40B4-BE49-F238E27FC236}">
                  <a16:creationId xmlns:a16="http://schemas.microsoft.com/office/drawing/2014/main" id="{E7BBDB85-756D-4857-A9D7-FEF381B59C58}"/>
                </a:ext>
              </a:extLst>
            </p:cNvPr>
            <p:cNvSpPr>
              <a:spLocks noGrp="1"/>
            </p:cNvSpPr>
            <p:nvPr/>
          </p:nvSpPr>
          <p:spPr>
            <a:xfrm>
              <a:off x="412750" y="6484937"/>
              <a:ext cx="11366500" cy="214313"/>
            </a:xfrm>
            <a:prstGeom prst="rect">
              <a:avLst/>
            </a:prstGeom>
            <a:noFill/>
            <a:ln w="0">
              <a:noFill/>
            </a:ln>
          </p:spPr>
          <p:txBody>
            <a:bodyPr wrap="square" lIns="0" tIns="0" rIns="0" bIns="0" anchor="t">
              <a:noAutofit/>
            </a:bodyPr>
            <a:lstStyle>
              <a:defPPr>
                <a:defRPr sz="1250" b="0">
                  <a:solidFill>
                    <a:srgbClr val="5D5D5D"/>
                  </a:solidFill>
                  <a:latin typeface="Pretendard"/>
                  <a:ea typeface="Pretendard"/>
                  <a:cs typeface="Pretendard"/>
                </a:defRPr>
              </a:defPPr>
            </a:lstStyle>
            <a:p>
              <a:pPr>
                <a:lnSpc>
                  <a:spcPct val="135000"/>
                </a:lnSpc>
                <a:buNone/>
                <a:defRPr sz="1250" b="0">
                  <a:solidFill>
                    <a:srgbClr val="5D5D5D"/>
                  </a:solidFill>
                  <a:latin typeface="Pretendard"/>
                  <a:ea typeface="Pretendard"/>
                  <a:cs typeface="Pretendard"/>
                </a:defRPr>
              </a:pPr>
              <a:r>
                <a:rPr sz="1250" b="0">
                  <a:solidFill>
                    <a:srgbClr val="5D5D5D"/>
                  </a:solidFill>
                  <a:latin typeface="Pretendard"/>
                  <a:ea typeface="Pretendard"/>
                  <a:cs typeface="Pretendard"/>
                </a:rPr>
                <a:t>기존 합성 WAV → 실제 음성 WebSocket → live OpenAI · 실마이크·일반 인식 정확도 검증 아님</a:t>
              </a:r>
            </a:p>
          </p:txBody>
        </p:sp>
      </p:grpSp>
    </p:spTree>
    <p:extLst>
      <p:ext uri="{BB962C8B-B14F-4D97-AF65-F5344CB8AC3E}">
        <p14:creationId xmlns:p14="http://schemas.microsoft.com/office/powerpoint/2010/main" val="9337930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6FF"/>
        </a:solidFill>
        <a:effectLst/>
      </p:bgPr>
    </p:bg>
    <p:spTree>
      <p:nvGrpSpPr>
        <p:cNvPr id="1" name=""/>
        <p:cNvGrpSpPr/>
        <p:nvPr/>
      </p:nvGrpSpPr>
      <p:grpSpPr>
        <a:xfrm>
          <a:off x="0" y="0"/>
          <a:ext cx="0" cy="0"/>
          <a:chOff x="0" y="0"/>
          <a:chExt cx="0" cy="0"/>
        </a:xfrm>
      </p:grpSpPr>
      <p:sp>
        <p:nvSpPr>
          <p:cNvPr id="2" name="배경">
            <a:extLst>
              <a:ext uri="{FF2B5EF4-FFF2-40B4-BE49-F238E27FC236}">
                <a16:creationId xmlns:a16="http://schemas.microsoft.com/office/drawing/2014/main" id="{CFCA64BC-0E94-4043-9860-BA5331AD2AB9}"/>
              </a:ext>
            </a:extLst>
          </p:cNvPr>
          <p:cNvSpPr>
            <a:spLocks noGrp="1"/>
          </p:cNvSpPr>
          <p:nvPr/>
        </p:nvSpPr>
        <p:spPr>
          <a:xfrm>
            <a:off x="0" y="0"/>
            <a:ext cx="12192000" cy="6858000"/>
          </a:xfrm>
          <a:prstGeom prst="rect">
            <a:avLst/>
          </a:prstGeom>
          <a:solidFill>
            <a:srgbClr val="F8F6FF"/>
          </a:solidFill>
          <a:ln w="0">
            <a:noFill/>
          </a:ln>
        </p:spPr>
        <p:txBody>
          <a:bodyPr/>
          <a:lstStyle/>
          <a:p>
            <a:endParaRPr lang="ko-KR" altLang="en-US"/>
          </a:p>
        </p:txBody>
      </p:sp>
      <p:sp>
        <p:nvSpPr>
          <p:cNvPr id="4" name="편집 가능한 설명 03 · 표현을 배우고 저장">
            <a:extLst>
              <a:ext uri="{FF2B5EF4-FFF2-40B4-BE49-F238E27FC236}">
                <a16:creationId xmlns:a16="http://schemas.microsoft.com/office/drawing/2014/main" id="{131D4A8F-7616-4E28-B44C-69A77F374B4D}"/>
              </a:ext>
            </a:extLst>
          </p:cNvPr>
          <p:cNvSpPr>
            <a:spLocks noGrp="1"/>
          </p:cNvSpPr>
          <p:nvPr/>
        </p:nvSpPr>
        <p:spPr>
          <a:xfrm>
            <a:off x="381000" y="152400"/>
            <a:ext cx="5080000" cy="334327"/>
          </a:xfrm>
          <a:prstGeom prst="rect">
            <a:avLst/>
          </a:prstGeom>
          <a:noFill/>
          <a:ln w="0">
            <a:noFill/>
          </a:ln>
        </p:spPr>
        <p:txBody>
          <a:bodyPr wrap="square" lIns="0" tIns="0" rIns="0" bIns="0" anchor="t">
            <a:noAutofit/>
          </a:bodyPr>
          <a:lstStyle>
            <a:defPPr>
              <a:defRPr sz="1950" b="1">
                <a:solidFill>
                  <a:srgbClr val="5431A6"/>
                </a:solidFill>
                <a:latin typeface="Pretendard"/>
                <a:ea typeface="Pretendard"/>
                <a:cs typeface="Pretendard"/>
              </a:defRPr>
            </a:defPPr>
          </a:lstStyle>
          <a:p>
            <a:pPr>
              <a:lnSpc>
                <a:spcPct val="135000"/>
              </a:lnSpc>
              <a:buNone/>
              <a:defRPr sz="1950" b="1">
                <a:solidFill>
                  <a:srgbClr val="5431A6"/>
                </a:solidFill>
                <a:latin typeface="Pretendard"/>
                <a:ea typeface="Pretendard"/>
                <a:cs typeface="Pretendard"/>
              </a:defRPr>
            </a:pPr>
            <a:r>
              <a:rPr sz="1950" b="1">
                <a:solidFill>
                  <a:srgbClr val="5431A6"/>
                </a:solidFill>
                <a:latin typeface="Pretendard"/>
                <a:ea typeface="Pretendard"/>
                <a:cs typeface="Pretendard"/>
              </a:rPr>
              <a:t>03 · 표현을 배우고 저장</a:t>
            </a:r>
          </a:p>
        </p:txBody>
      </p:sp>
      <p:pic>
        <p:nvPicPr>
          <p:cNvPr id="5" name="그림 4">
            <a:extLst>
              <a:ext uri="{FF2B5EF4-FFF2-40B4-BE49-F238E27FC236}">
                <a16:creationId xmlns:a16="http://schemas.microsoft.com/office/drawing/2014/main" id="{0DF07CC2-0B9C-40E1-9DCC-6D8740BDEC13}"/>
              </a:ext>
            </a:extLst>
          </p:cNvPr>
          <p:cNvPicPr>
            <a:picLocks noChangeAspect="1"/>
          </p:cNvPicPr>
          <p:nvPr/>
        </p:nvPicPr>
        <p:blipFill>
          <a:blip r:embed="rId3"/>
          <a:srcRect l="76125" t="31012" r="5244" b="35647"/>
          <a:stretch/>
        </p:blipFill>
        <p:spPr>
          <a:xfrm>
            <a:off x="457200" y="647700"/>
            <a:ext cx="3975100" cy="5361940"/>
          </a:xfrm>
          <a:prstGeom prst="roundRect">
            <a:avLst>
              <a:gd name="adj" fmla="val 2396"/>
            </a:avLst>
          </a:prstGeom>
        </p:spPr>
      </p:pic>
      <p:sp>
        <p:nvSpPr>
          <p:cNvPr id="6" name="캡처 테두리">
            <a:extLst>
              <a:ext uri="{FF2B5EF4-FFF2-40B4-BE49-F238E27FC236}">
                <a16:creationId xmlns:a16="http://schemas.microsoft.com/office/drawing/2014/main" id="{95500EAD-6FD2-4614-AB94-E99731C325BE}"/>
              </a:ext>
            </a:extLst>
          </p:cNvPr>
          <p:cNvSpPr>
            <a:spLocks noGrp="1"/>
          </p:cNvSpPr>
          <p:nvPr/>
        </p:nvSpPr>
        <p:spPr>
          <a:xfrm>
            <a:off x="444500" y="635000"/>
            <a:ext cx="4000500" cy="5387340"/>
          </a:xfrm>
          <a:prstGeom prst="roundRect">
            <a:avLst>
              <a:gd name="adj" fmla="val 2857"/>
            </a:avLst>
          </a:prstGeom>
          <a:noFill/>
          <a:ln w="12700">
            <a:solidFill>
              <a:srgbClr val="DCCCFF"/>
            </a:solidFill>
            <a:prstDash val="solid"/>
          </a:ln>
        </p:spPr>
        <p:txBody>
          <a:bodyPr/>
          <a:lstStyle/>
          <a:p>
            <a:endParaRPr lang="ko-KR" altLang="en-US"/>
          </a:p>
        </p:txBody>
      </p:sp>
      <p:sp>
        <p:nvSpPr>
          <p:cNvPr id="7" name="편집 가능한 강조 테두리">
            <a:extLst>
              <a:ext uri="{FF2B5EF4-FFF2-40B4-BE49-F238E27FC236}">
                <a16:creationId xmlns:a16="http://schemas.microsoft.com/office/drawing/2014/main" id="{274B0157-3EAB-49C4-B8FE-72898AE9C585}"/>
              </a:ext>
            </a:extLst>
          </p:cNvPr>
          <p:cNvSpPr>
            <a:spLocks noGrp="1"/>
          </p:cNvSpPr>
          <p:nvPr/>
        </p:nvSpPr>
        <p:spPr>
          <a:xfrm>
            <a:off x="457200" y="4328160"/>
            <a:ext cx="3920490" cy="1573530"/>
          </a:xfrm>
          <a:prstGeom prst="roundRect">
            <a:avLst>
              <a:gd name="adj" fmla="val 3228"/>
            </a:avLst>
          </a:prstGeom>
          <a:noFill/>
          <a:ln w="25400">
            <a:solidFill>
              <a:srgbClr val="F0AF14"/>
            </a:solidFill>
            <a:prstDash val="solid"/>
          </a:ln>
        </p:spPr>
        <p:txBody>
          <a:bodyPr/>
          <a:lstStyle/>
          <a:p>
            <a:endParaRPr lang="ko-KR" altLang="en-US"/>
          </a:p>
        </p:txBody>
      </p:sp>
      <p:sp>
        <p:nvSpPr>
          <p:cNvPr id="8" name="편집 가능한 설명 04 · 채팅으로 주제 마무리">
            <a:extLst>
              <a:ext uri="{FF2B5EF4-FFF2-40B4-BE49-F238E27FC236}">
                <a16:creationId xmlns:a16="http://schemas.microsoft.com/office/drawing/2014/main" id="{7ECC6E0A-8A49-4AF1-9E90-736F1C9AD134}"/>
              </a:ext>
            </a:extLst>
          </p:cNvPr>
          <p:cNvSpPr>
            <a:spLocks noGrp="1"/>
          </p:cNvSpPr>
          <p:nvPr/>
        </p:nvSpPr>
        <p:spPr>
          <a:xfrm>
            <a:off x="6096000" y="152400"/>
            <a:ext cx="5461000" cy="334327"/>
          </a:xfrm>
          <a:prstGeom prst="rect">
            <a:avLst/>
          </a:prstGeom>
          <a:noFill/>
          <a:ln w="0">
            <a:noFill/>
          </a:ln>
        </p:spPr>
        <p:txBody>
          <a:bodyPr wrap="square" lIns="0" tIns="0" rIns="0" bIns="0" anchor="t">
            <a:noAutofit/>
          </a:bodyPr>
          <a:lstStyle>
            <a:defPPr>
              <a:defRPr sz="1950" b="1">
                <a:solidFill>
                  <a:srgbClr val="5431A6"/>
                </a:solidFill>
                <a:latin typeface="Pretendard"/>
                <a:ea typeface="Pretendard"/>
                <a:cs typeface="Pretendard"/>
              </a:defRPr>
            </a:defPPr>
          </a:lstStyle>
          <a:p>
            <a:pPr>
              <a:lnSpc>
                <a:spcPct val="135000"/>
              </a:lnSpc>
              <a:buNone/>
              <a:defRPr sz="1950" b="1">
                <a:solidFill>
                  <a:srgbClr val="5431A6"/>
                </a:solidFill>
                <a:latin typeface="Pretendard"/>
                <a:ea typeface="Pretendard"/>
                <a:cs typeface="Pretendard"/>
              </a:defRPr>
            </a:pPr>
            <a:r>
              <a:rPr sz="1950" b="1">
                <a:solidFill>
                  <a:srgbClr val="5431A6"/>
                </a:solidFill>
                <a:latin typeface="Pretendard"/>
                <a:ea typeface="Pretendard"/>
                <a:cs typeface="Pretendard"/>
              </a:rPr>
              <a:t>04 · 채팅으로 주제 마무리</a:t>
            </a:r>
          </a:p>
        </p:txBody>
      </p:sp>
      <p:pic>
        <p:nvPicPr>
          <p:cNvPr id="9" name="그림 8">
            <a:extLst>
              <a:ext uri="{FF2B5EF4-FFF2-40B4-BE49-F238E27FC236}">
                <a16:creationId xmlns:a16="http://schemas.microsoft.com/office/drawing/2014/main" id="{2C2EB9FD-8B75-4EA2-B2FD-7D0E727E8A5B}"/>
              </a:ext>
            </a:extLst>
          </p:cNvPr>
          <p:cNvPicPr>
            <a:picLocks noChangeAspect="1"/>
          </p:cNvPicPr>
          <p:nvPr/>
        </p:nvPicPr>
        <p:blipFill>
          <a:blip r:embed="rId4"/>
          <a:srcRect l="76125" t="28040" r="5218" b="55829"/>
          <a:stretch/>
        </p:blipFill>
        <p:spPr>
          <a:xfrm>
            <a:off x="6108700" y="736600"/>
            <a:ext cx="5118100" cy="4980940"/>
          </a:xfrm>
          <a:prstGeom prst="roundRect">
            <a:avLst>
              <a:gd name="adj" fmla="val 1912"/>
            </a:avLst>
          </a:prstGeom>
        </p:spPr>
      </p:pic>
      <p:sp>
        <p:nvSpPr>
          <p:cNvPr id="10" name="캡처 테두리">
            <a:extLst>
              <a:ext uri="{FF2B5EF4-FFF2-40B4-BE49-F238E27FC236}">
                <a16:creationId xmlns:a16="http://schemas.microsoft.com/office/drawing/2014/main" id="{ECE6D4FB-9385-4B72-9BF6-588AF20A5969}"/>
              </a:ext>
            </a:extLst>
          </p:cNvPr>
          <p:cNvSpPr>
            <a:spLocks noGrp="1"/>
          </p:cNvSpPr>
          <p:nvPr/>
        </p:nvSpPr>
        <p:spPr>
          <a:xfrm>
            <a:off x="6096000" y="723900"/>
            <a:ext cx="5143500" cy="5006340"/>
          </a:xfrm>
          <a:prstGeom prst="roundRect">
            <a:avLst>
              <a:gd name="adj" fmla="val 2283"/>
            </a:avLst>
          </a:prstGeom>
          <a:noFill/>
          <a:ln w="12700">
            <a:solidFill>
              <a:srgbClr val="DCCCFF"/>
            </a:solidFill>
            <a:prstDash val="solid"/>
          </a:ln>
        </p:spPr>
        <p:txBody>
          <a:bodyPr/>
          <a:lstStyle/>
          <a:p>
            <a:endParaRPr lang="ko-KR" altLang="en-US"/>
          </a:p>
        </p:txBody>
      </p:sp>
      <p:sp>
        <p:nvSpPr>
          <p:cNvPr id="11" name="편집 가능한 설명 주제 마감 이후 문장별 피드백 생성 완료">
            <a:extLst>
              <a:ext uri="{FF2B5EF4-FFF2-40B4-BE49-F238E27FC236}">
                <a16:creationId xmlns:a16="http://schemas.microsoft.com/office/drawing/2014/main" id="{2E0C4647-89CB-4011-9EB5-81D95C46B0DB}"/>
              </a:ext>
            </a:extLst>
          </p:cNvPr>
          <p:cNvSpPr>
            <a:spLocks noGrp="1"/>
          </p:cNvSpPr>
          <p:nvPr/>
        </p:nvSpPr>
        <p:spPr>
          <a:xfrm>
            <a:off x="6096000" y="5937250"/>
            <a:ext cx="5683250" cy="381000"/>
          </a:xfrm>
          <a:prstGeom prst="rect">
            <a:avLst/>
          </a:prstGeom>
          <a:noFill/>
          <a:ln w="0">
            <a:noFill/>
          </a:ln>
        </p:spPr>
        <p:txBody>
          <a:bodyPr wrap="square" lIns="0" tIns="0" rIns="0" bIns="0" anchor="t">
            <a:noAutofit/>
          </a:bodyPr>
          <a:lstStyle>
            <a:defPPr>
              <a:defRPr sz="1450" b="0">
                <a:solidFill>
                  <a:srgbClr val="111111"/>
                </a:solidFill>
                <a:latin typeface="Pretendard"/>
                <a:ea typeface="Pretendard"/>
                <a:cs typeface="Pretendard"/>
              </a:defRPr>
            </a:defPPr>
          </a:lstStyle>
          <a:p>
            <a:pPr>
              <a:lnSpc>
                <a:spcPct val="160000"/>
              </a:lnSpc>
              <a:buNone/>
              <a:defRPr sz="1450" b="0">
                <a:solidFill>
                  <a:srgbClr val="111111"/>
                </a:solidFill>
                <a:latin typeface="Pretendard"/>
                <a:ea typeface="Pretendard"/>
                <a:cs typeface="Pretendard"/>
              </a:defRPr>
            </a:pPr>
            <a:r>
              <a:rPr sz="1450" b="0">
                <a:solidFill>
                  <a:srgbClr val="111111"/>
                </a:solidFill>
                <a:latin typeface="Pretendard"/>
                <a:ea typeface="Pretendard"/>
                <a:cs typeface="Pretendard"/>
              </a:rPr>
              <a:t>주제 마감 이후 문장별 피드백 생성 완료</a:t>
            </a:r>
          </a:p>
        </p:txBody>
      </p:sp>
      <p:sp>
        <p:nvSpPr>
          <p:cNvPr id="12" name="구분선">
            <a:extLst>
              <a:ext uri="{FF2B5EF4-FFF2-40B4-BE49-F238E27FC236}">
                <a16:creationId xmlns:a16="http://schemas.microsoft.com/office/drawing/2014/main" id="{2E8A05FB-AA75-443A-BC2D-9AC2707178BC}"/>
              </a:ext>
            </a:extLst>
          </p:cNvPr>
          <p:cNvSpPr>
            <a:spLocks noGrp="1"/>
          </p:cNvSpPr>
          <p:nvPr/>
        </p:nvSpPr>
        <p:spPr>
          <a:xfrm>
            <a:off x="412750" y="6364288"/>
            <a:ext cx="11366500" cy="6350"/>
          </a:xfrm>
          <a:prstGeom prst="rect">
            <a:avLst/>
          </a:prstGeom>
          <a:solidFill>
            <a:srgbClr val="E3E3E3"/>
          </a:solidFill>
          <a:ln w="0">
            <a:noFill/>
          </a:ln>
        </p:spPr>
        <p:txBody>
          <a:bodyPr/>
          <a:lstStyle/>
          <a:p>
            <a:endParaRPr lang="ko-KR" altLang="en-US"/>
          </a:p>
        </p:txBody>
      </p:sp>
    </p:spTree>
    <p:extLst>
      <p:ext uri="{BB962C8B-B14F-4D97-AF65-F5344CB8AC3E}">
        <p14:creationId xmlns:p14="http://schemas.microsoft.com/office/powerpoint/2010/main" val="504935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6FF"/>
        </a:solidFill>
        <a:effectLst/>
      </p:bgPr>
    </p:bg>
    <p:spTree>
      <p:nvGrpSpPr>
        <p:cNvPr id="1" name=""/>
        <p:cNvGrpSpPr/>
        <p:nvPr/>
      </p:nvGrpSpPr>
      <p:grpSpPr>
        <a:xfrm>
          <a:off x="0" y="0"/>
          <a:ext cx="0" cy="0"/>
          <a:chOff x="0" y="0"/>
          <a:chExt cx="0" cy="0"/>
        </a:xfrm>
      </p:grpSpPr>
      <p:grpSp>
        <p:nvGrpSpPr>
          <p:cNvPr id="3" name="편집 가능한 설명과 실제 화면 - s06-review-edit">
            <a:extLst>
              <a:ext uri="{FF2B5EF4-FFF2-40B4-BE49-F238E27FC236}">
                <a16:creationId xmlns:a16="http://schemas.microsoft.com/office/drawing/2014/main" id="{EDA5BFC5-0654-402C-B350-FF5BB2FC78CC}"/>
              </a:ext>
            </a:extLst>
          </p:cNvPr>
          <p:cNvGrpSpPr/>
          <p:nvPr/>
        </p:nvGrpSpPr>
        <p:grpSpPr>
          <a:xfrm>
            <a:off x="0" y="0"/>
            <a:ext cx="12192000" cy="6858000"/>
            <a:chOff x="0" y="0"/>
            <a:chExt cx="12192000" cy="6858000"/>
          </a:xfrm>
        </p:grpSpPr>
        <p:sp>
          <p:nvSpPr>
            <p:cNvPr id="4" name="배경">
              <a:extLst>
                <a:ext uri="{FF2B5EF4-FFF2-40B4-BE49-F238E27FC236}">
                  <a16:creationId xmlns:a16="http://schemas.microsoft.com/office/drawing/2014/main" id="{C43B3ECF-C1AC-4864-A053-657989CEC281}"/>
                </a:ext>
              </a:extLst>
            </p:cNvPr>
            <p:cNvSpPr>
              <a:spLocks noGrp="1"/>
            </p:cNvSpPr>
            <p:nvPr/>
          </p:nvSpPr>
          <p:spPr>
            <a:xfrm>
              <a:off x="0" y="0"/>
              <a:ext cx="12192000" cy="6858000"/>
            </a:xfrm>
            <a:prstGeom prst="rect">
              <a:avLst/>
            </a:prstGeom>
            <a:solidFill>
              <a:srgbClr val="F8F6FF"/>
            </a:solidFill>
            <a:ln w="0">
              <a:noFill/>
            </a:ln>
          </p:spPr>
          <p:txBody>
            <a:bodyPr/>
            <a:lstStyle/>
            <a:p>
              <a:endParaRPr lang="ko-KR" altLang="en-US"/>
            </a:p>
          </p:txBody>
        </p:sp>
        <p:sp>
          <p:nvSpPr>
            <p:cNvPr id="5" name="편집 가능한 설명 05 · 보정문을 직접 고치면, 기존 피드백을 ">
              <a:extLst>
                <a:ext uri="{FF2B5EF4-FFF2-40B4-BE49-F238E27FC236}">
                  <a16:creationId xmlns:a16="http://schemas.microsoft.com/office/drawing/2014/main" id="{8B182A68-A16F-47AC-890C-11526EAF4A4E}"/>
                </a:ext>
              </a:extLst>
            </p:cNvPr>
            <p:cNvSpPr>
              <a:spLocks noGrp="1"/>
            </p:cNvSpPr>
            <p:nvPr/>
          </p:nvSpPr>
          <p:spPr>
            <a:xfrm>
              <a:off x="381000" y="165100"/>
              <a:ext cx="11112500" cy="334327"/>
            </a:xfrm>
            <a:prstGeom prst="rect">
              <a:avLst/>
            </a:prstGeom>
            <a:noFill/>
            <a:ln w="0">
              <a:noFill/>
            </a:ln>
          </p:spPr>
          <p:txBody>
            <a:bodyPr wrap="square" lIns="0" tIns="0" rIns="0" bIns="0" anchor="t">
              <a:noAutofit/>
            </a:bodyPr>
            <a:lstStyle>
              <a:defPPr>
                <a:defRPr sz="1950" b="1">
                  <a:solidFill>
                    <a:srgbClr val="5431A6"/>
                  </a:solidFill>
                  <a:latin typeface="Pretendard"/>
                  <a:ea typeface="Pretendard"/>
                  <a:cs typeface="Pretendard"/>
                </a:defRPr>
              </a:defPPr>
            </a:lstStyle>
            <a:p>
              <a:pPr>
                <a:lnSpc>
                  <a:spcPct val="135000"/>
                </a:lnSpc>
                <a:buNone/>
                <a:defRPr sz="1950" b="1">
                  <a:solidFill>
                    <a:srgbClr val="5431A6"/>
                  </a:solidFill>
                  <a:latin typeface="Pretendard"/>
                  <a:ea typeface="Pretendard"/>
                  <a:cs typeface="Pretendard"/>
                </a:defRPr>
              </a:pPr>
              <a:r>
                <a:rPr sz="1950" b="1">
                  <a:solidFill>
                    <a:srgbClr val="5431A6"/>
                  </a:solidFill>
                  <a:latin typeface="Pretendard"/>
                  <a:ea typeface="Pretendard"/>
                  <a:cs typeface="Pretendard"/>
                </a:rPr>
                <a:t>05 · 보정문을 직접 고치면, 기존 피드백을 다시 확인</a:t>
              </a:r>
            </a:p>
          </p:txBody>
        </p:sp>
        <p:pic>
          <p:nvPicPr>
            <p:cNvPr id="6" name="그림 5">
              <a:extLst>
                <a:ext uri="{FF2B5EF4-FFF2-40B4-BE49-F238E27FC236}">
                  <a16:creationId xmlns:a16="http://schemas.microsoft.com/office/drawing/2014/main" id="{A9E87131-81FA-45FC-A952-42FAC34FC9B9}"/>
                </a:ext>
              </a:extLst>
            </p:cNvPr>
            <p:cNvPicPr>
              <a:picLocks noChangeAspect="1"/>
            </p:cNvPicPr>
            <p:nvPr/>
          </p:nvPicPr>
          <p:blipFill>
            <a:blip r:embed="rId3"/>
            <a:srcRect l="4813" t="51349" r="54680" b="33863"/>
            <a:stretch/>
          </p:blipFill>
          <p:spPr>
            <a:xfrm>
              <a:off x="381000" y="1504950"/>
              <a:ext cx="8724900" cy="3838194"/>
            </a:xfrm>
            <a:prstGeom prst="roundRect">
              <a:avLst>
                <a:gd name="adj" fmla="val 2482"/>
              </a:avLst>
            </a:prstGeom>
          </p:spPr>
        </p:pic>
        <p:sp>
          <p:nvSpPr>
            <p:cNvPr id="7" name="캡처 테두리">
              <a:extLst>
                <a:ext uri="{FF2B5EF4-FFF2-40B4-BE49-F238E27FC236}">
                  <a16:creationId xmlns:a16="http://schemas.microsoft.com/office/drawing/2014/main" id="{D83AC91D-174D-4557-A624-8A743AC2C305}"/>
                </a:ext>
              </a:extLst>
            </p:cNvPr>
            <p:cNvSpPr>
              <a:spLocks noGrp="1"/>
            </p:cNvSpPr>
            <p:nvPr/>
          </p:nvSpPr>
          <p:spPr>
            <a:xfrm>
              <a:off x="368300" y="1492250"/>
              <a:ext cx="8750300" cy="3863594"/>
            </a:xfrm>
            <a:prstGeom prst="roundRect">
              <a:avLst>
                <a:gd name="adj" fmla="val 2958"/>
              </a:avLst>
            </a:prstGeom>
            <a:noFill/>
            <a:ln w="12700">
              <a:solidFill>
                <a:srgbClr val="DCCCFF"/>
              </a:solidFill>
              <a:prstDash val="solid"/>
            </a:ln>
          </p:spPr>
          <p:txBody>
            <a:bodyPr/>
            <a:lstStyle/>
            <a:p>
              <a:endParaRPr lang="ko-KR" altLang="en-US"/>
            </a:p>
          </p:txBody>
        </p:sp>
        <p:sp>
          <p:nvSpPr>
            <p:cNvPr id="8" name="편집 가능한 강조 테두리">
              <a:extLst>
                <a:ext uri="{FF2B5EF4-FFF2-40B4-BE49-F238E27FC236}">
                  <a16:creationId xmlns:a16="http://schemas.microsoft.com/office/drawing/2014/main" id="{5CC54705-5929-45F0-99B9-05F996B2F833}"/>
                </a:ext>
              </a:extLst>
            </p:cNvPr>
            <p:cNvSpPr>
              <a:spLocks noGrp="1"/>
            </p:cNvSpPr>
            <p:nvPr/>
          </p:nvSpPr>
          <p:spPr>
            <a:xfrm>
              <a:off x="1323340" y="1639570"/>
              <a:ext cx="1171194" cy="376936"/>
            </a:xfrm>
            <a:prstGeom prst="roundRect">
              <a:avLst>
                <a:gd name="adj" fmla="val 13477"/>
              </a:avLst>
            </a:prstGeom>
            <a:noFill/>
            <a:ln w="25400">
              <a:solidFill>
                <a:srgbClr val="1FAF7F"/>
              </a:solidFill>
              <a:prstDash val="solid"/>
            </a:ln>
          </p:spPr>
          <p:txBody>
            <a:bodyPr/>
            <a:lstStyle/>
            <a:p>
              <a:endParaRPr lang="ko-KR" altLang="en-US"/>
            </a:p>
          </p:txBody>
        </p:sp>
        <p:sp>
          <p:nvSpPr>
            <p:cNvPr id="9" name="편집 가능한 설명 원문은 유지">
              <a:extLst>
                <a:ext uri="{FF2B5EF4-FFF2-40B4-BE49-F238E27FC236}">
                  <a16:creationId xmlns:a16="http://schemas.microsoft.com/office/drawing/2014/main" id="{69C90429-8187-4F01-B8D7-2D4C802B7787}"/>
                </a:ext>
              </a:extLst>
            </p:cNvPr>
            <p:cNvSpPr>
              <a:spLocks noGrp="1"/>
            </p:cNvSpPr>
            <p:nvPr/>
          </p:nvSpPr>
          <p:spPr>
            <a:xfrm>
              <a:off x="9525000" y="1682750"/>
              <a:ext cx="2317750" cy="334327"/>
            </a:xfrm>
            <a:prstGeom prst="rect">
              <a:avLst/>
            </a:prstGeom>
            <a:noFill/>
            <a:ln w="0">
              <a:noFill/>
            </a:ln>
          </p:spPr>
          <p:txBody>
            <a:bodyPr wrap="square" lIns="0" tIns="0" rIns="0" bIns="0" anchor="t">
              <a:noAutofit/>
            </a:bodyPr>
            <a:lstStyle>
              <a:defPPr>
                <a:defRPr sz="1950" b="1">
                  <a:solidFill>
                    <a:srgbClr val="5431A6"/>
                  </a:solidFill>
                  <a:latin typeface="Pretendard"/>
                  <a:ea typeface="Pretendard"/>
                  <a:cs typeface="Pretendard"/>
                </a:defRPr>
              </a:defPPr>
            </a:lstStyle>
            <a:p>
              <a:pPr>
                <a:lnSpc>
                  <a:spcPct val="135000"/>
                </a:lnSpc>
                <a:buNone/>
                <a:defRPr sz="1950" b="1">
                  <a:solidFill>
                    <a:srgbClr val="5431A6"/>
                  </a:solidFill>
                  <a:latin typeface="Pretendard"/>
                  <a:ea typeface="Pretendard"/>
                  <a:cs typeface="Pretendard"/>
                </a:defRPr>
              </a:pPr>
              <a:r>
                <a:rPr sz="1950" b="1">
                  <a:solidFill>
                    <a:srgbClr val="5431A6"/>
                  </a:solidFill>
                  <a:latin typeface="Pretendard"/>
                  <a:ea typeface="Pretendard"/>
                  <a:cs typeface="Pretendard"/>
                </a:rPr>
                <a:t>원문은 유지</a:t>
              </a:r>
            </a:p>
          </p:txBody>
        </p:sp>
        <p:sp>
          <p:nvSpPr>
            <p:cNvPr id="10" name="편집 가능한 설명 She don’t…는&#10;원문에 그대로 보존">
              <a:extLst>
                <a:ext uri="{FF2B5EF4-FFF2-40B4-BE49-F238E27FC236}">
                  <a16:creationId xmlns:a16="http://schemas.microsoft.com/office/drawing/2014/main" id="{A1A3B5AF-E8F2-4C38-961C-19547136777C}"/>
                </a:ext>
              </a:extLst>
            </p:cNvPr>
            <p:cNvSpPr>
              <a:spLocks noGrp="1"/>
            </p:cNvSpPr>
            <p:nvPr/>
          </p:nvSpPr>
          <p:spPr>
            <a:xfrm>
              <a:off x="9525000" y="2175827"/>
              <a:ext cx="2317750" cy="838200"/>
            </a:xfrm>
            <a:prstGeom prst="rect">
              <a:avLst/>
            </a:prstGeom>
            <a:noFill/>
            <a:ln w="0">
              <a:noFill/>
            </a:ln>
          </p:spPr>
          <p:txBody>
            <a:bodyPr wrap="square" lIns="0" tIns="0" rIns="0" bIns="0" anchor="t">
              <a:noAutofit/>
            </a:bodyPr>
            <a:lstStyle>
              <a:defPPr>
                <a:defRPr sz="1750" b="0">
                  <a:solidFill>
                    <a:srgbClr val="111111"/>
                  </a:solidFill>
                  <a:latin typeface="Pretendard"/>
                  <a:ea typeface="Pretendard"/>
                  <a:cs typeface="Pretendard"/>
                </a:defRPr>
              </a:defPPr>
            </a:lstStyle>
            <a:p>
              <a:pPr>
                <a:lnSpc>
                  <a:spcPct val="160000"/>
                </a:lnSpc>
                <a:buNone/>
                <a:defRPr sz="1750" b="0">
                  <a:solidFill>
                    <a:srgbClr val="111111"/>
                  </a:solidFill>
                  <a:latin typeface="Pretendard"/>
                  <a:ea typeface="Pretendard"/>
                  <a:cs typeface="Pretendard"/>
                </a:defRPr>
              </a:pPr>
              <a:r>
                <a:rPr sz="1750" b="0">
                  <a:solidFill>
                    <a:srgbClr val="111111"/>
                  </a:solidFill>
                  <a:latin typeface="Pretendard"/>
                  <a:ea typeface="Pretendard"/>
                  <a:cs typeface="Pretendard"/>
                </a:rPr>
                <a:t>She don’t…는</a:t>
              </a:r>
            </a:p>
            <a:p>
              <a:pPr>
                <a:lnSpc>
                  <a:spcPct val="160000"/>
                </a:lnSpc>
                <a:buNone/>
                <a:defRPr sz="1750" b="0">
                  <a:solidFill>
                    <a:srgbClr val="111111"/>
                  </a:solidFill>
                  <a:latin typeface="Pretendard"/>
                  <a:ea typeface="Pretendard"/>
                  <a:cs typeface="Pretendard"/>
                </a:defRPr>
              </a:pPr>
              <a:r>
                <a:rPr sz="1750" b="0">
                  <a:solidFill>
                    <a:srgbClr val="111111"/>
                  </a:solidFill>
                  <a:latin typeface="Pretendard"/>
                  <a:ea typeface="Pretendard"/>
                  <a:cs typeface="Pretendard"/>
                </a:rPr>
                <a:t>원문에 그대로 보존</a:t>
              </a:r>
            </a:p>
          </p:txBody>
        </p:sp>
        <p:sp>
          <p:nvSpPr>
            <p:cNvPr id="11" name="편집 가능한 설명 최신 문장 기준">
              <a:extLst>
                <a:ext uri="{FF2B5EF4-FFF2-40B4-BE49-F238E27FC236}">
                  <a16:creationId xmlns:a16="http://schemas.microsoft.com/office/drawing/2014/main" id="{B6F6ACB1-7679-407C-B9FA-622E7E3FB3A8}"/>
                </a:ext>
              </a:extLst>
            </p:cNvPr>
            <p:cNvSpPr>
              <a:spLocks noGrp="1"/>
            </p:cNvSpPr>
            <p:nvPr/>
          </p:nvSpPr>
          <p:spPr>
            <a:xfrm>
              <a:off x="9525000" y="3492500"/>
              <a:ext cx="2317750" cy="334327"/>
            </a:xfrm>
            <a:prstGeom prst="rect">
              <a:avLst/>
            </a:prstGeom>
            <a:noFill/>
            <a:ln w="0">
              <a:noFill/>
            </a:ln>
          </p:spPr>
          <p:txBody>
            <a:bodyPr wrap="square" lIns="0" tIns="0" rIns="0" bIns="0" anchor="t">
              <a:noAutofit/>
            </a:bodyPr>
            <a:lstStyle>
              <a:defPPr>
                <a:defRPr sz="1950" b="1">
                  <a:solidFill>
                    <a:srgbClr val="5431A6"/>
                  </a:solidFill>
                  <a:latin typeface="Pretendard"/>
                  <a:ea typeface="Pretendard"/>
                  <a:cs typeface="Pretendard"/>
                </a:defRPr>
              </a:defPPr>
            </a:lstStyle>
            <a:p>
              <a:pPr>
                <a:lnSpc>
                  <a:spcPct val="135000"/>
                </a:lnSpc>
                <a:buNone/>
                <a:defRPr sz="1950" b="1">
                  <a:solidFill>
                    <a:srgbClr val="5431A6"/>
                  </a:solidFill>
                  <a:latin typeface="Pretendard"/>
                  <a:ea typeface="Pretendard"/>
                  <a:cs typeface="Pretendard"/>
                </a:defRPr>
              </a:pPr>
              <a:r>
                <a:rPr sz="1950" b="1">
                  <a:solidFill>
                    <a:srgbClr val="5431A6"/>
                  </a:solidFill>
                  <a:latin typeface="Pretendard"/>
                  <a:ea typeface="Pretendard"/>
                  <a:cs typeface="Pretendard"/>
                </a:rPr>
                <a:t>최신 문장 기준</a:t>
              </a:r>
            </a:p>
          </p:txBody>
        </p:sp>
        <p:sp>
          <p:nvSpPr>
            <p:cNvPr id="12" name="편집 가능한 설명 보정문 저장 후&#10;‘재요청 필요’로 전환">
              <a:extLst>
                <a:ext uri="{FF2B5EF4-FFF2-40B4-BE49-F238E27FC236}">
                  <a16:creationId xmlns:a16="http://schemas.microsoft.com/office/drawing/2014/main" id="{475A5A75-C89B-4151-87C3-147FFCAF3844}"/>
                </a:ext>
              </a:extLst>
            </p:cNvPr>
            <p:cNvSpPr>
              <a:spLocks noGrp="1"/>
            </p:cNvSpPr>
            <p:nvPr/>
          </p:nvSpPr>
          <p:spPr>
            <a:xfrm>
              <a:off x="9525000" y="3985577"/>
              <a:ext cx="2317750" cy="838200"/>
            </a:xfrm>
            <a:prstGeom prst="rect">
              <a:avLst/>
            </a:prstGeom>
            <a:noFill/>
            <a:ln w="0">
              <a:noFill/>
            </a:ln>
          </p:spPr>
          <p:txBody>
            <a:bodyPr wrap="square" lIns="0" tIns="0" rIns="0" bIns="0" anchor="t">
              <a:noAutofit/>
            </a:bodyPr>
            <a:lstStyle>
              <a:defPPr>
                <a:defRPr sz="1750" b="0">
                  <a:solidFill>
                    <a:srgbClr val="111111"/>
                  </a:solidFill>
                  <a:latin typeface="Pretendard"/>
                  <a:ea typeface="Pretendard"/>
                  <a:cs typeface="Pretendard"/>
                </a:defRPr>
              </a:defPPr>
            </a:lstStyle>
            <a:p>
              <a:pPr>
                <a:lnSpc>
                  <a:spcPct val="160000"/>
                </a:lnSpc>
                <a:buNone/>
                <a:defRPr sz="1750" b="0">
                  <a:solidFill>
                    <a:srgbClr val="111111"/>
                  </a:solidFill>
                  <a:latin typeface="Pretendard"/>
                  <a:ea typeface="Pretendard"/>
                  <a:cs typeface="Pretendard"/>
                </a:defRPr>
              </a:pPr>
              <a:r>
                <a:rPr sz="1750" b="0">
                  <a:solidFill>
                    <a:srgbClr val="111111"/>
                  </a:solidFill>
                  <a:latin typeface="Pretendard"/>
                  <a:ea typeface="Pretendard"/>
                  <a:cs typeface="Pretendard"/>
                </a:rPr>
                <a:t>보정문 저장 후</a:t>
              </a:r>
            </a:p>
            <a:p>
              <a:pPr>
                <a:lnSpc>
                  <a:spcPct val="160000"/>
                </a:lnSpc>
                <a:buNone/>
                <a:defRPr sz="1750" b="0">
                  <a:solidFill>
                    <a:srgbClr val="111111"/>
                  </a:solidFill>
                  <a:latin typeface="Pretendard"/>
                  <a:ea typeface="Pretendard"/>
                  <a:cs typeface="Pretendard"/>
                </a:defRPr>
              </a:pPr>
              <a:r>
                <a:rPr sz="1750" b="0">
                  <a:solidFill>
                    <a:srgbClr val="111111"/>
                  </a:solidFill>
                  <a:latin typeface="Pretendard"/>
                  <a:ea typeface="Pretendard"/>
                  <a:cs typeface="Pretendard"/>
                </a:rPr>
                <a:t>‘재요청 필요’로 전환</a:t>
              </a:r>
            </a:p>
          </p:txBody>
        </p:sp>
        <p:sp>
          <p:nvSpPr>
            <p:cNvPr id="13" name="구분선">
              <a:extLst>
                <a:ext uri="{FF2B5EF4-FFF2-40B4-BE49-F238E27FC236}">
                  <a16:creationId xmlns:a16="http://schemas.microsoft.com/office/drawing/2014/main" id="{D9777F8C-1F77-4141-BDFC-B1BF63FEFC22}"/>
                </a:ext>
              </a:extLst>
            </p:cNvPr>
            <p:cNvSpPr>
              <a:spLocks noGrp="1"/>
            </p:cNvSpPr>
            <p:nvPr/>
          </p:nvSpPr>
          <p:spPr>
            <a:xfrm>
              <a:off x="412750" y="6364288"/>
              <a:ext cx="11366500" cy="6350"/>
            </a:xfrm>
            <a:prstGeom prst="rect">
              <a:avLst/>
            </a:prstGeom>
            <a:solidFill>
              <a:srgbClr val="E3E3E3"/>
            </a:solidFill>
            <a:ln w="0">
              <a:noFill/>
            </a:ln>
          </p:spPr>
          <p:txBody>
            <a:bodyPr/>
            <a:lstStyle/>
            <a:p>
              <a:endParaRPr lang="ko-KR" altLang="en-US"/>
            </a:p>
          </p:txBody>
        </p:sp>
        <p:sp>
          <p:nvSpPr>
            <p:cNvPr id="14" name="편집 가능한 설명 수정 기능 시연: 사용자가 don’t → doe">
              <a:extLst>
                <a:ext uri="{FF2B5EF4-FFF2-40B4-BE49-F238E27FC236}">
                  <a16:creationId xmlns:a16="http://schemas.microsoft.com/office/drawing/2014/main" id="{A7EEB2FD-DC6C-4601-A643-A21CBBC3766C}"/>
                </a:ext>
              </a:extLst>
            </p:cNvPr>
            <p:cNvSpPr>
              <a:spLocks noGrp="1"/>
            </p:cNvSpPr>
            <p:nvPr/>
          </p:nvSpPr>
          <p:spPr>
            <a:xfrm>
              <a:off x="412750" y="6484937"/>
              <a:ext cx="11366500" cy="214313"/>
            </a:xfrm>
            <a:prstGeom prst="rect">
              <a:avLst/>
            </a:prstGeom>
            <a:noFill/>
            <a:ln w="0">
              <a:noFill/>
            </a:ln>
          </p:spPr>
          <p:txBody>
            <a:bodyPr wrap="square" lIns="0" tIns="0" rIns="0" bIns="0" anchor="t">
              <a:noAutofit/>
            </a:bodyPr>
            <a:lstStyle>
              <a:defPPr>
                <a:defRPr sz="1250" b="0">
                  <a:solidFill>
                    <a:srgbClr val="5D5D5D"/>
                  </a:solidFill>
                  <a:latin typeface="Pretendard"/>
                  <a:ea typeface="Pretendard"/>
                  <a:cs typeface="Pretendard"/>
                </a:defRPr>
              </a:defPPr>
            </a:lstStyle>
            <a:p>
              <a:pPr>
                <a:lnSpc>
                  <a:spcPct val="135000"/>
                </a:lnSpc>
                <a:buNone/>
                <a:defRPr sz="1250" b="0">
                  <a:solidFill>
                    <a:srgbClr val="5D5D5D"/>
                  </a:solidFill>
                  <a:latin typeface="Pretendard"/>
                  <a:ea typeface="Pretendard"/>
                  <a:cs typeface="Pretendard"/>
                </a:defRPr>
              </a:pPr>
              <a:r>
                <a:rPr sz="1250" b="0">
                  <a:solidFill>
                    <a:srgbClr val="5D5D5D"/>
                  </a:solidFill>
                  <a:latin typeface="Pretendard"/>
                  <a:ea typeface="Pretendard"/>
                  <a:cs typeface="Pretendard"/>
                </a:rPr>
                <a:t>수정 기능 시연: 사용자가 don’t → doesn’t를 직접 입력 · 음성 재전사의 결과로 주장하지 않음</a:t>
              </a:r>
            </a:p>
          </p:txBody>
        </p:sp>
      </p:grpSp>
      <p:grpSp>
        <p:nvGrpSpPr>
          <p:cNvPr id="2" name="편집 가능한 설명과 실제 화면 - s06-learning">
            <a:extLst>
              <a:ext uri="{FF2B5EF4-FFF2-40B4-BE49-F238E27FC236}">
                <a16:creationId xmlns:a16="http://schemas.microsoft.com/office/drawing/2014/main" id="{954D5C21-6D35-4593-ADD7-B2296D400355}"/>
              </a:ext>
            </a:extLst>
          </p:cNvPr>
          <p:cNvGrpSpPr/>
          <p:nvPr/>
        </p:nvGrpSpPr>
        <p:grpSpPr>
          <a:xfrm>
            <a:off x="0" y="0"/>
            <a:ext cx="12192000" cy="6858000"/>
            <a:chOff x="0" y="0"/>
            <a:chExt cx="12192000" cy="6858000"/>
          </a:xfrm>
        </p:grpSpPr>
        <p:sp>
          <p:nvSpPr>
            <p:cNvPr id="15" name="배경">
              <a:extLst>
                <a:ext uri="{FF2B5EF4-FFF2-40B4-BE49-F238E27FC236}">
                  <a16:creationId xmlns:a16="http://schemas.microsoft.com/office/drawing/2014/main" id="{3EC764BB-61A1-4C42-B0CE-39D2682737CE}"/>
                </a:ext>
              </a:extLst>
            </p:cNvPr>
            <p:cNvSpPr>
              <a:spLocks noGrp="1"/>
            </p:cNvSpPr>
            <p:nvPr/>
          </p:nvSpPr>
          <p:spPr>
            <a:xfrm>
              <a:off x="0" y="0"/>
              <a:ext cx="12192000" cy="6858000"/>
            </a:xfrm>
            <a:prstGeom prst="rect">
              <a:avLst/>
            </a:prstGeom>
            <a:solidFill>
              <a:srgbClr val="F8F6FF"/>
            </a:solidFill>
            <a:ln w="0">
              <a:noFill/>
            </a:ln>
          </p:spPr>
          <p:txBody>
            <a:bodyPr/>
            <a:lstStyle/>
            <a:p>
              <a:endParaRPr lang="ko-KR" altLang="en-US"/>
            </a:p>
          </p:txBody>
        </p:sp>
        <p:sp>
          <p:nvSpPr>
            <p:cNvPr id="16" name="편집 가능한 설명 06 · 승인한 피드백은 말한 사람의 학습 기록">
              <a:extLst>
                <a:ext uri="{FF2B5EF4-FFF2-40B4-BE49-F238E27FC236}">
                  <a16:creationId xmlns:a16="http://schemas.microsoft.com/office/drawing/2014/main" id="{88A86380-3D9A-4098-89E6-2CBE6B69AD47}"/>
                </a:ext>
              </a:extLst>
            </p:cNvPr>
            <p:cNvSpPr>
              <a:spLocks noGrp="1"/>
            </p:cNvSpPr>
            <p:nvPr/>
          </p:nvSpPr>
          <p:spPr>
            <a:xfrm>
              <a:off x="412750" y="254000"/>
              <a:ext cx="11303000" cy="334327"/>
            </a:xfrm>
            <a:prstGeom prst="rect">
              <a:avLst/>
            </a:prstGeom>
            <a:noFill/>
            <a:ln w="0">
              <a:noFill/>
            </a:ln>
          </p:spPr>
          <p:txBody>
            <a:bodyPr wrap="square" lIns="0" tIns="0" rIns="0" bIns="0" anchor="t">
              <a:noAutofit/>
            </a:bodyPr>
            <a:lstStyle>
              <a:defPPr>
                <a:defRPr sz="1950" b="1">
                  <a:solidFill>
                    <a:srgbClr val="5431A6"/>
                  </a:solidFill>
                  <a:latin typeface="Pretendard"/>
                  <a:ea typeface="Pretendard"/>
                  <a:cs typeface="Pretendard"/>
                </a:defRPr>
              </a:defPPr>
            </a:lstStyle>
            <a:p>
              <a:pPr>
                <a:lnSpc>
                  <a:spcPct val="135000"/>
                </a:lnSpc>
                <a:buNone/>
                <a:defRPr sz="1950" b="1">
                  <a:solidFill>
                    <a:srgbClr val="5431A6"/>
                  </a:solidFill>
                  <a:latin typeface="Pretendard"/>
                  <a:ea typeface="Pretendard"/>
                  <a:cs typeface="Pretendard"/>
                </a:defRPr>
              </a:pPr>
              <a:r>
                <a:rPr sz="1950" b="1">
                  <a:solidFill>
                    <a:srgbClr val="5431A6"/>
                  </a:solidFill>
                  <a:latin typeface="Pretendard"/>
                  <a:ea typeface="Pretendard"/>
                  <a:cs typeface="Pretendard"/>
                </a:rPr>
                <a:t>06 · 승인한 피드백은 말한 사람의 학습 기록으로</a:t>
              </a:r>
            </a:p>
          </p:txBody>
        </p:sp>
        <p:pic>
          <p:nvPicPr>
            <p:cNvPr id="17" name="그림 16">
              <a:extLst>
                <a:ext uri="{FF2B5EF4-FFF2-40B4-BE49-F238E27FC236}">
                  <a16:creationId xmlns:a16="http://schemas.microsoft.com/office/drawing/2014/main" id="{D3C6E9AA-EFB6-4BA4-ACA8-B649B9BA83B1}"/>
                </a:ext>
              </a:extLst>
            </p:cNvPr>
            <p:cNvPicPr>
              <a:picLocks noChangeAspect="1"/>
            </p:cNvPicPr>
            <p:nvPr/>
          </p:nvPicPr>
          <p:blipFill>
            <a:blip r:embed="rId4"/>
            <a:srcRect l="17500" t="33626" r="50458" b="38141"/>
            <a:stretch/>
          </p:blipFill>
          <p:spPr>
            <a:xfrm>
              <a:off x="457200" y="1250950"/>
              <a:ext cx="5599430" cy="3163824"/>
            </a:xfrm>
            <a:prstGeom prst="roundRect">
              <a:avLst>
                <a:gd name="adj" fmla="val 3011"/>
              </a:avLst>
            </a:prstGeom>
          </p:spPr>
        </p:pic>
        <p:sp>
          <p:nvSpPr>
            <p:cNvPr id="18" name="캡처 테두리">
              <a:extLst>
                <a:ext uri="{FF2B5EF4-FFF2-40B4-BE49-F238E27FC236}">
                  <a16:creationId xmlns:a16="http://schemas.microsoft.com/office/drawing/2014/main" id="{9C41AD79-D208-47B5-ABAD-B79B57345E53}"/>
                </a:ext>
              </a:extLst>
            </p:cNvPr>
            <p:cNvSpPr>
              <a:spLocks noGrp="1"/>
            </p:cNvSpPr>
            <p:nvPr/>
          </p:nvSpPr>
          <p:spPr>
            <a:xfrm>
              <a:off x="444500" y="1238250"/>
              <a:ext cx="5624830" cy="3189224"/>
            </a:xfrm>
            <a:prstGeom prst="roundRect">
              <a:avLst>
                <a:gd name="adj" fmla="val 3584"/>
              </a:avLst>
            </a:prstGeom>
            <a:noFill/>
            <a:ln w="12700">
              <a:solidFill>
                <a:srgbClr val="DCCCFF"/>
              </a:solidFill>
              <a:prstDash val="solid"/>
            </a:ln>
          </p:spPr>
          <p:txBody>
            <a:bodyPr/>
            <a:lstStyle/>
            <a:p>
              <a:endParaRPr lang="ko-KR" altLang="en-US"/>
            </a:p>
          </p:txBody>
        </p:sp>
        <p:sp>
          <p:nvSpPr>
            <p:cNvPr id="19" name="편집 가능한 강조 테두리">
              <a:extLst>
                <a:ext uri="{FF2B5EF4-FFF2-40B4-BE49-F238E27FC236}">
                  <a16:creationId xmlns:a16="http://schemas.microsoft.com/office/drawing/2014/main" id="{EA693ECB-6889-4FD9-9982-32F9E3A54C26}"/>
                </a:ext>
              </a:extLst>
            </p:cNvPr>
            <p:cNvSpPr>
              <a:spLocks noGrp="1"/>
            </p:cNvSpPr>
            <p:nvPr/>
          </p:nvSpPr>
          <p:spPr>
            <a:xfrm>
              <a:off x="708406" y="1502156"/>
              <a:ext cx="1092200" cy="371348"/>
            </a:xfrm>
            <a:prstGeom prst="roundRect">
              <a:avLst>
                <a:gd name="adj" fmla="val 13680"/>
              </a:avLst>
            </a:prstGeom>
            <a:noFill/>
            <a:ln w="25400">
              <a:solidFill>
                <a:srgbClr val="1FAF7F"/>
              </a:solidFill>
              <a:prstDash val="solid"/>
            </a:ln>
          </p:spPr>
          <p:txBody>
            <a:bodyPr/>
            <a:lstStyle/>
            <a:p>
              <a:endParaRPr lang="ko-KR" altLang="en-US"/>
            </a:p>
          </p:txBody>
        </p:sp>
        <p:pic>
          <p:nvPicPr>
            <p:cNvPr id="20" name="그림 19">
              <a:extLst>
                <a:ext uri="{FF2B5EF4-FFF2-40B4-BE49-F238E27FC236}">
                  <a16:creationId xmlns:a16="http://schemas.microsoft.com/office/drawing/2014/main" id="{C8C783A0-1981-468D-9BAE-9E2C1201C684}"/>
                </a:ext>
              </a:extLst>
            </p:cNvPr>
            <p:cNvPicPr>
              <a:picLocks noChangeAspect="1"/>
            </p:cNvPicPr>
            <p:nvPr/>
          </p:nvPicPr>
          <p:blipFill>
            <a:blip r:embed="rId4"/>
            <a:srcRect l="17500" t="63450" r="50458" b="8316"/>
            <a:stretch/>
          </p:blipFill>
          <p:spPr>
            <a:xfrm>
              <a:off x="6457950" y="1250950"/>
              <a:ext cx="5599430" cy="3163824"/>
            </a:xfrm>
            <a:prstGeom prst="roundRect">
              <a:avLst>
                <a:gd name="adj" fmla="val 3011"/>
              </a:avLst>
            </a:prstGeom>
          </p:spPr>
        </p:pic>
        <p:sp>
          <p:nvSpPr>
            <p:cNvPr id="21" name="캡처 테두리">
              <a:extLst>
                <a:ext uri="{FF2B5EF4-FFF2-40B4-BE49-F238E27FC236}">
                  <a16:creationId xmlns:a16="http://schemas.microsoft.com/office/drawing/2014/main" id="{D18953C1-A8F4-4E82-B9D1-BF678452FA17}"/>
                </a:ext>
              </a:extLst>
            </p:cNvPr>
            <p:cNvSpPr>
              <a:spLocks noGrp="1"/>
            </p:cNvSpPr>
            <p:nvPr/>
          </p:nvSpPr>
          <p:spPr>
            <a:xfrm>
              <a:off x="6445250" y="1238250"/>
              <a:ext cx="5624830" cy="3189224"/>
            </a:xfrm>
            <a:prstGeom prst="roundRect">
              <a:avLst>
                <a:gd name="adj" fmla="val 3584"/>
              </a:avLst>
            </a:prstGeom>
            <a:noFill/>
            <a:ln w="12700">
              <a:solidFill>
                <a:srgbClr val="DCCCFF"/>
              </a:solidFill>
              <a:prstDash val="solid"/>
            </a:ln>
          </p:spPr>
          <p:txBody>
            <a:bodyPr/>
            <a:lstStyle/>
            <a:p>
              <a:endParaRPr lang="ko-KR" altLang="en-US"/>
            </a:p>
          </p:txBody>
        </p:sp>
        <p:sp>
          <p:nvSpPr>
            <p:cNvPr id="22" name="편집 가능한 강조 테두리">
              <a:extLst>
                <a:ext uri="{FF2B5EF4-FFF2-40B4-BE49-F238E27FC236}">
                  <a16:creationId xmlns:a16="http://schemas.microsoft.com/office/drawing/2014/main" id="{39CC6DB0-0A77-4179-961C-DCAB9A45B9B0}"/>
                </a:ext>
              </a:extLst>
            </p:cNvPr>
            <p:cNvSpPr>
              <a:spLocks noGrp="1"/>
            </p:cNvSpPr>
            <p:nvPr/>
          </p:nvSpPr>
          <p:spPr>
            <a:xfrm>
              <a:off x="6709156" y="1513078"/>
              <a:ext cx="1092200" cy="371348"/>
            </a:xfrm>
            <a:prstGeom prst="roundRect">
              <a:avLst>
                <a:gd name="adj" fmla="val 13680"/>
              </a:avLst>
            </a:prstGeom>
            <a:noFill/>
            <a:ln w="25400">
              <a:solidFill>
                <a:srgbClr val="7F4FE6"/>
              </a:solidFill>
              <a:prstDash val="solid"/>
            </a:ln>
          </p:spPr>
          <p:txBody>
            <a:bodyPr/>
            <a:lstStyle/>
            <a:p>
              <a:endParaRPr lang="ko-KR" altLang="en-US"/>
            </a:p>
          </p:txBody>
        </p:sp>
        <p:sp>
          <p:nvSpPr>
            <p:cNvPr id="23" name="편집 가능한 설명 스터디 피드백">
              <a:extLst>
                <a:ext uri="{FF2B5EF4-FFF2-40B4-BE49-F238E27FC236}">
                  <a16:creationId xmlns:a16="http://schemas.microsoft.com/office/drawing/2014/main" id="{2393AAB1-50F8-42AD-973F-29E9C2420E8B}"/>
                </a:ext>
              </a:extLst>
            </p:cNvPr>
            <p:cNvSpPr>
              <a:spLocks noGrp="1"/>
            </p:cNvSpPr>
            <p:nvPr/>
          </p:nvSpPr>
          <p:spPr>
            <a:xfrm>
              <a:off x="444500" y="4857750"/>
              <a:ext cx="5175250" cy="334327"/>
            </a:xfrm>
            <a:prstGeom prst="rect">
              <a:avLst/>
            </a:prstGeom>
            <a:noFill/>
            <a:ln w="0">
              <a:noFill/>
            </a:ln>
          </p:spPr>
          <p:txBody>
            <a:bodyPr wrap="square" lIns="0" tIns="0" rIns="0" bIns="0" anchor="t">
              <a:noAutofit/>
            </a:bodyPr>
            <a:lstStyle>
              <a:defPPr>
                <a:defRPr sz="1950" b="1">
                  <a:solidFill>
                    <a:srgbClr val="106F57"/>
                  </a:solidFill>
                  <a:latin typeface="Pretendard"/>
                  <a:ea typeface="Pretendard"/>
                  <a:cs typeface="Pretendard"/>
                </a:defRPr>
              </a:defPPr>
            </a:lstStyle>
            <a:p>
              <a:pPr>
                <a:lnSpc>
                  <a:spcPct val="135000"/>
                </a:lnSpc>
                <a:buNone/>
                <a:defRPr sz="1950" b="1">
                  <a:solidFill>
                    <a:srgbClr val="106F57"/>
                  </a:solidFill>
                  <a:latin typeface="Pretendard"/>
                  <a:ea typeface="Pretendard"/>
                  <a:cs typeface="Pretendard"/>
                </a:defRPr>
              </a:pPr>
              <a:r>
                <a:rPr sz="1950" b="1">
                  <a:solidFill>
                    <a:srgbClr val="106F57"/>
                  </a:solidFill>
                  <a:latin typeface="Pretendard"/>
                  <a:ea typeface="Pretendard"/>
                  <a:cs typeface="Pretendard"/>
                </a:rPr>
                <a:t>스터디 피드백</a:t>
              </a:r>
            </a:p>
          </p:txBody>
        </p:sp>
        <p:sp>
          <p:nvSpPr>
            <p:cNvPr id="24" name="편집 가능한 설명 검토·수정·재요청 후 승인한 표현">
              <a:extLst>
                <a:ext uri="{FF2B5EF4-FFF2-40B4-BE49-F238E27FC236}">
                  <a16:creationId xmlns:a16="http://schemas.microsoft.com/office/drawing/2014/main" id="{3E57DA8E-CA98-4510-A3F9-57A42B2314E0}"/>
                </a:ext>
              </a:extLst>
            </p:cNvPr>
            <p:cNvSpPr>
              <a:spLocks noGrp="1"/>
            </p:cNvSpPr>
            <p:nvPr/>
          </p:nvSpPr>
          <p:spPr>
            <a:xfrm>
              <a:off x="444500" y="5350828"/>
              <a:ext cx="5175250" cy="482600"/>
            </a:xfrm>
            <a:prstGeom prst="rect">
              <a:avLst/>
            </a:prstGeom>
            <a:noFill/>
            <a:ln w="0">
              <a:noFill/>
            </a:ln>
          </p:spPr>
          <p:txBody>
            <a:bodyPr wrap="square" lIns="0" tIns="0" rIns="0" bIns="0" anchor="t">
              <a:noAutofit/>
            </a:bodyPr>
            <a:lstStyle>
              <a:defPPr>
                <a:defRPr sz="1750" b="0">
                  <a:solidFill>
                    <a:srgbClr val="111111"/>
                  </a:solidFill>
                  <a:latin typeface="Pretendard"/>
                  <a:ea typeface="Pretendard"/>
                  <a:cs typeface="Pretendard"/>
                </a:defRPr>
              </a:defPPr>
            </a:lstStyle>
            <a:p>
              <a:pPr>
                <a:lnSpc>
                  <a:spcPct val="160000"/>
                </a:lnSpc>
                <a:buNone/>
                <a:defRPr sz="1750" b="0">
                  <a:solidFill>
                    <a:srgbClr val="111111"/>
                  </a:solidFill>
                  <a:latin typeface="Pretendard"/>
                  <a:ea typeface="Pretendard"/>
                  <a:cs typeface="Pretendard"/>
                </a:defRPr>
              </a:pPr>
              <a:r>
                <a:rPr sz="1750" b="0">
                  <a:solidFill>
                    <a:srgbClr val="111111"/>
                  </a:solidFill>
                  <a:latin typeface="Pretendard"/>
                  <a:ea typeface="Pretendard"/>
                  <a:cs typeface="Pretendard"/>
                </a:rPr>
                <a:t>검토·수정·재요청 후 승인한 표현</a:t>
              </a:r>
            </a:p>
          </p:txBody>
        </p:sp>
        <p:sp>
          <p:nvSpPr>
            <p:cNvPr id="25" name="편집 가능한 설명 개인 챗봇">
              <a:extLst>
                <a:ext uri="{FF2B5EF4-FFF2-40B4-BE49-F238E27FC236}">
                  <a16:creationId xmlns:a16="http://schemas.microsoft.com/office/drawing/2014/main" id="{2DB22598-71FA-4B00-A1A5-26D59CF4E54C}"/>
                </a:ext>
              </a:extLst>
            </p:cNvPr>
            <p:cNvSpPr>
              <a:spLocks noGrp="1"/>
            </p:cNvSpPr>
            <p:nvPr/>
          </p:nvSpPr>
          <p:spPr>
            <a:xfrm>
              <a:off x="6445250" y="4857750"/>
              <a:ext cx="5175250" cy="334327"/>
            </a:xfrm>
            <a:prstGeom prst="rect">
              <a:avLst/>
            </a:prstGeom>
            <a:noFill/>
            <a:ln w="0">
              <a:noFill/>
            </a:ln>
          </p:spPr>
          <p:txBody>
            <a:bodyPr wrap="square" lIns="0" tIns="0" rIns="0" bIns="0" anchor="t">
              <a:noAutofit/>
            </a:bodyPr>
            <a:lstStyle>
              <a:defPPr>
                <a:defRPr sz="1950" b="1">
                  <a:solidFill>
                    <a:srgbClr val="5431A6"/>
                  </a:solidFill>
                  <a:latin typeface="Pretendard"/>
                  <a:ea typeface="Pretendard"/>
                  <a:cs typeface="Pretendard"/>
                </a:defRPr>
              </a:defPPr>
            </a:lstStyle>
            <a:p>
              <a:pPr>
                <a:lnSpc>
                  <a:spcPct val="135000"/>
                </a:lnSpc>
                <a:buNone/>
                <a:defRPr sz="1950" b="1">
                  <a:solidFill>
                    <a:srgbClr val="5431A6"/>
                  </a:solidFill>
                  <a:latin typeface="Pretendard"/>
                  <a:ea typeface="Pretendard"/>
                  <a:cs typeface="Pretendard"/>
                </a:defRPr>
              </a:pPr>
              <a:r>
                <a:rPr sz="1950" b="1">
                  <a:solidFill>
                    <a:srgbClr val="5431A6"/>
                  </a:solidFill>
                  <a:latin typeface="Pretendard"/>
                  <a:ea typeface="Pretendard"/>
                  <a:cs typeface="Pretendard"/>
                </a:rPr>
                <a:t>개인 챗봇</a:t>
              </a:r>
            </a:p>
          </p:txBody>
        </p:sp>
        <p:sp>
          <p:nvSpPr>
            <p:cNvPr id="26" name="편집 가능한 설명 대화 중 요청해 저장한 표현">
              <a:extLst>
                <a:ext uri="{FF2B5EF4-FFF2-40B4-BE49-F238E27FC236}">
                  <a16:creationId xmlns:a16="http://schemas.microsoft.com/office/drawing/2014/main" id="{674D2872-28E2-4345-8CC1-CADBAEC667DC}"/>
                </a:ext>
              </a:extLst>
            </p:cNvPr>
            <p:cNvSpPr>
              <a:spLocks noGrp="1"/>
            </p:cNvSpPr>
            <p:nvPr/>
          </p:nvSpPr>
          <p:spPr>
            <a:xfrm>
              <a:off x="6445250" y="5350828"/>
              <a:ext cx="5175250" cy="482600"/>
            </a:xfrm>
            <a:prstGeom prst="rect">
              <a:avLst/>
            </a:prstGeom>
            <a:noFill/>
            <a:ln w="0">
              <a:noFill/>
            </a:ln>
          </p:spPr>
          <p:txBody>
            <a:bodyPr wrap="square" lIns="0" tIns="0" rIns="0" bIns="0" anchor="t">
              <a:noAutofit/>
            </a:bodyPr>
            <a:lstStyle>
              <a:defPPr>
                <a:defRPr sz="1750" b="0">
                  <a:solidFill>
                    <a:srgbClr val="111111"/>
                  </a:solidFill>
                  <a:latin typeface="Pretendard"/>
                  <a:ea typeface="Pretendard"/>
                  <a:cs typeface="Pretendard"/>
                </a:defRPr>
              </a:defPPr>
            </a:lstStyle>
            <a:p>
              <a:pPr>
                <a:lnSpc>
                  <a:spcPct val="160000"/>
                </a:lnSpc>
                <a:buNone/>
                <a:defRPr sz="1750" b="0">
                  <a:solidFill>
                    <a:srgbClr val="111111"/>
                  </a:solidFill>
                  <a:latin typeface="Pretendard"/>
                  <a:ea typeface="Pretendard"/>
                  <a:cs typeface="Pretendard"/>
                </a:defRPr>
              </a:pPr>
              <a:r>
                <a:rPr sz="1750" b="0">
                  <a:solidFill>
                    <a:srgbClr val="111111"/>
                  </a:solidFill>
                  <a:latin typeface="Pretendard"/>
                  <a:ea typeface="Pretendard"/>
                  <a:cs typeface="Pretendard"/>
                </a:rPr>
                <a:t>대화 중 요청해 저장한 표현</a:t>
              </a:r>
            </a:p>
          </p:txBody>
        </p:sp>
        <p:sp>
          <p:nvSpPr>
            <p:cNvPr id="27" name="구분선">
              <a:extLst>
                <a:ext uri="{FF2B5EF4-FFF2-40B4-BE49-F238E27FC236}">
                  <a16:creationId xmlns:a16="http://schemas.microsoft.com/office/drawing/2014/main" id="{77F52241-442E-4BB6-A419-9D001A25C48F}"/>
                </a:ext>
              </a:extLst>
            </p:cNvPr>
            <p:cNvSpPr>
              <a:spLocks noGrp="1"/>
            </p:cNvSpPr>
            <p:nvPr/>
          </p:nvSpPr>
          <p:spPr>
            <a:xfrm>
              <a:off x="412750" y="6364288"/>
              <a:ext cx="11366500" cy="6350"/>
            </a:xfrm>
            <a:prstGeom prst="rect">
              <a:avLst/>
            </a:prstGeom>
            <a:solidFill>
              <a:srgbClr val="E3E3E3"/>
            </a:solidFill>
            <a:ln w="0">
              <a:noFill/>
            </a:ln>
          </p:spPr>
          <p:txBody>
            <a:bodyPr/>
            <a:lstStyle/>
            <a:p>
              <a:endParaRPr lang="ko-KR" altLang="en-US"/>
            </a:p>
          </p:txBody>
        </p:sp>
      </p:grpSp>
    </p:spTree>
    <p:extLst>
      <p:ext uri="{BB962C8B-B14F-4D97-AF65-F5344CB8AC3E}">
        <p14:creationId xmlns:p14="http://schemas.microsoft.com/office/powerpoint/2010/main" val="2436112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6FF"/>
        </a:solidFill>
        <a:effectLst/>
      </p:bgPr>
    </p:bg>
    <p:spTree>
      <p:nvGrpSpPr>
        <p:cNvPr id="1" name=""/>
        <p:cNvGrpSpPr/>
        <p:nvPr/>
      </p:nvGrpSpPr>
      <p:grpSpPr>
        <a:xfrm>
          <a:off x="0" y="0"/>
          <a:ext cx="0" cy="0"/>
          <a:chOff x="0" y="0"/>
          <a:chExt cx="0" cy="0"/>
        </a:xfrm>
      </p:grpSpPr>
      <p:cxnSp>
        <p:nvCxnSpPr>
          <p:cNvPr id="8" name="직선 화살표 연결선 7">
            <a:extLst>
              <a:ext uri="{FF2B5EF4-FFF2-40B4-BE49-F238E27FC236}">
                <a16:creationId xmlns:a16="http://schemas.microsoft.com/office/drawing/2014/main" id="{1A4F5B5B-4BE6-4BCF-8400-1750780CED83}"/>
              </a:ext>
            </a:extLst>
          </p:cNvPr>
          <p:cNvCxnSpPr>
            <a:cxnSpLocks/>
          </p:cNvCxnSpPr>
          <p:nvPr/>
        </p:nvCxnSpPr>
        <p:spPr>
          <a:xfrm>
            <a:off x="5768163" y="5932967"/>
            <a:ext cx="590550" cy="0"/>
          </a:xfrm>
          <a:prstGeom prst="straightConnector1">
            <a:avLst/>
          </a:prstGeom>
          <a:ln w="19050">
            <a:solidFill>
              <a:srgbClr val="DCCCFF"/>
            </a:solidFill>
            <a:tailEnd type="triangle" w="sm" len="sm"/>
          </a:ln>
        </p:spPr>
      </p:cxnSp>
      <p:cxnSp>
        <p:nvCxnSpPr>
          <p:cNvPr id="7" name="직선 화살표 연결선 6">
            <a:extLst>
              <a:ext uri="{FF2B5EF4-FFF2-40B4-BE49-F238E27FC236}">
                <a16:creationId xmlns:a16="http://schemas.microsoft.com/office/drawing/2014/main" id="{20ADCFB6-3266-4375-ADE5-364F9AC7DA7B}"/>
              </a:ext>
            </a:extLst>
          </p:cNvPr>
          <p:cNvCxnSpPr>
            <a:cxnSpLocks/>
          </p:cNvCxnSpPr>
          <p:nvPr/>
        </p:nvCxnSpPr>
        <p:spPr>
          <a:xfrm>
            <a:off x="2320113" y="5932967"/>
            <a:ext cx="647700" cy="0"/>
          </a:xfrm>
          <a:prstGeom prst="straightConnector1">
            <a:avLst/>
          </a:prstGeom>
          <a:ln w="19050">
            <a:solidFill>
              <a:srgbClr val="DCCCFF"/>
            </a:solidFill>
            <a:tailEnd type="triangle" w="sm" len="sm"/>
          </a:ln>
        </p:spPr>
      </p:cxnSp>
      <p:sp>
        <p:nvSpPr>
          <p:cNvPr id="12" name="text-18">
            <a:extLst>
              <a:ext uri="{FF2B5EF4-FFF2-40B4-BE49-F238E27FC236}">
                <a16:creationId xmlns:a16="http://schemas.microsoft.com/office/drawing/2014/main" id="{D1A50CF7-A381-4070-8794-58FA1399B266}"/>
              </a:ext>
            </a:extLst>
          </p:cNvPr>
          <p:cNvSpPr>
            <a:spLocks noGrp="1"/>
          </p:cNvSpPr>
          <p:nvPr/>
        </p:nvSpPr>
        <p:spPr>
          <a:xfrm>
            <a:off x="533400" y="400050"/>
            <a:ext cx="11125200" cy="266700"/>
          </a:xfrm>
          <a:prstGeom prst="rect">
            <a:avLst/>
          </a:prstGeom>
          <a:noFill/>
          <a:ln w="0">
            <a:noFill/>
          </a:ln>
        </p:spPr>
        <p:txBody>
          <a:bodyPr wrap="square" lIns="0" tIns="0" rIns="0" bIns="0" anchor="t">
            <a:noAutofit/>
          </a:bodyPr>
          <a:lstStyle>
            <a:defPPr>
              <a:defRPr sz="1425" b="1">
                <a:solidFill>
                  <a:srgbClr val="5431A6"/>
                </a:solidFill>
                <a:latin typeface="Pretendard"/>
                <a:ea typeface="Pretendard"/>
                <a:cs typeface="Pretendard"/>
              </a:defRPr>
            </a:defPPr>
          </a:lstStyle>
          <a:p>
            <a:pPr>
              <a:lnSpc>
                <a:spcPct val="112000"/>
              </a:lnSpc>
              <a:buNone/>
              <a:defRPr sz="1425" b="1">
                <a:solidFill>
                  <a:srgbClr val="5431A6"/>
                </a:solidFill>
                <a:latin typeface="Pretendard"/>
                <a:ea typeface="Pretendard"/>
                <a:cs typeface="Pretendard"/>
              </a:defRPr>
            </a:pPr>
            <a:r>
              <a:rPr sz="1425" b="1">
                <a:solidFill>
                  <a:srgbClr val="5431A6"/>
                </a:solidFill>
                <a:latin typeface="Pretendard"/>
                <a:ea typeface="Pretendard"/>
                <a:cs typeface="Pretendard"/>
              </a:rPr>
              <a:t>기술 · 실제 코드와 live 호출에서 확인</a:t>
            </a:r>
          </a:p>
        </p:txBody>
      </p:sp>
      <p:sp>
        <p:nvSpPr>
          <p:cNvPr id="2" name="text-19">
            <a:extLst>
              <a:ext uri="{FF2B5EF4-FFF2-40B4-BE49-F238E27FC236}">
                <a16:creationId xmlns:a16="http://schemas.microsoft.com/office/drawing/2014/main" id="{A9C0967E-1B87-4185-A063-F5A4FF2BEC4F}"/>
              </a:ext>
            </a:extLst>
          </p:cNvPr>
          <p:cNvSpPr>
            <a:spLocks noGrp="1"/>
          </p:cNvSpPr>
          <p:nvPr/>
        </p:nvSpPr>
        <p:spPr>
          <a:xfrm>
            <a:off x="533400" y="819150"/>
            <a:ext cx="11125200" cy="609600"/>
          </a:xfrm>
          <a:prstGeom prst="rect">
            <a:avLst/>
          </a:prstGeom>
          <a:noFill/>
          <a:ln w="0">
            <a:noFill/>
          </a:ln>
        </p:spPr>
        <p:txBody>
          <a:bodyPr wrap="square" lIns="0" tIns="0" rIns="0" bIns="0" anchor="t">
            <a:noAutofit/>
          </a:bodyPr>
          <a:lstStyle>
            <a:defPPr>
              <a:defRPr sz="3225" b="1">
                <a:solidFill>
                  <a:srgbClr val="111111"/>
                </a:solidFill>
                <a:latin typeface="Pretendard"/>
                <a:ea typeface="Pretendard"/>
                <a:cs typeface="Pretendard"/>
              </a:defRPr>
            </a:defPPr>
          </a:lstStyle>
          <a:p>
            <a:pPr>
              <a:lnSpc>
                <a:spcPct val="112000"/>
              </a:lnSpc>
              <a:buNone/>
              <a:defRPr sz="3225" b="1">
                <a:solidFill>
                  <a:srgbClr val="111111"/>
                </a:solidFill>
                <a:latin typeface="Pretendard"/>
                <a:ea typeface="Pretendard"/>
                <a:cs typeface="Pretendard"/>
              </a:defRPr>
            </a:pPr>
            <a:r>
              <a:rPr sz="3225" b="1">
                <a:solidFill>
                  <a:srgbClr val="111111"/>
                </a:solidFill>
                <a:latin typeface="Pretendard"/>
                <a:ea typeface="Pretendard"/>
                <a:cs typeface="Pretendard"/>
              </a:rPr>
              <a:t>OpenAI 모델과 서비스 연결</a:t>
            </a:r>
          </a:p>
        </p:txBody>
      </p:sp>
      <p:graphicFrame>
        <p:nvGraphicFramePr>
          <p:cNvPr id="3" name="표 2">
            <a:extLst>
              <a:ext uri="{FF2B5EF4-FFF2-40B4-BE49-F238E27FC236}">
                <a16:creationId xmlns:a16="http://schemas.microsoft.com/office/drawing/2014/main" id="{33EBF4B8-63E3-4DD8-82DE-EA81BF5872EF}"/>
              </a:ext>
            </a:extLst>
          </p:cNvPr>
          <p:cNvGraphicFramePr/>
          <p:nvPr/>
        </p:nvGraphicFramePr>
        <p:xfrm>
          <a:off x="533400" y="1704975"/>
          <a:ext cx="11125200" cy="3821430"/>
        </p:xfrm>
        <a:graphic>
          <a:graphicData uri="http://schemas.openxmlformats.org/drawingml/2006/table">
            <a:tbl>
              <a:tblPr/>
              <a:tblGrid>
                <a:gridCol w="3924300">
                  <a:extLst>
                    <a:ext uri="{9D8B030D-6E8A-4147-A177-3AD203B41FA5}">
                      <a16:colId xmlns:a16="http://schemas.microsoft.com/office/drawing/2014/main" val="20000"/>
                    </a:ext>
                  </a:extLst>
                </a:gridCol>
                <a:gridCol w="4191000">
                  <a:extLst>
                    <a:ext uri="{9D8B030D-6E8A-4147-A177-3AD203B41FA5}">
                      <a16:colId xmlns:a16="http://schemas.microsoft.com/office/drawing/2014/main" val="20001"/>
                    </a:ext>
                  </a:extLst>
                </a:gridCol>
                <a:gridCol w="3009900">
                  <a:extLst>
                    <a:ext uri="{9D8B030D-6E8A-4147-A177-3AD203B41FA5}">
                      <a16:colId xmlns:a16="http://schemas.microsoft.com/office/drawing/2014/main" val="20002"/>
                    </a:ext>
                  </a:extLst>
                </a:gridCol>
              </a:tblGrid>
              <a:tr h="428625">
                <a:tc>
                  <a:txBody>
                    <a:bodyPr/>
                    <a:lstStyle/>
                    <a:p>
                      <a:r>
                        <a:rPr sz="1725" b="1">
                          <a:solidFill>
                            <a:srgbClr val="5431A6"/>
                          </a:solidFill>
                          <a:latin typeface="Pretendard"/>
                          <a:ea typeface="Pretendard"/>
                          <a:cs typeface="Pretendard"/>
                        </a:rPr>
                        <a:t>역할</a:t>
                      </a:r>
                    </a:p>
                  </a:txBody>
                  <a:tcPr marL="171450" marR="152400" marT="114300" marB="114300" anchor="ctr">
                    <a:solidFill>
                      <a:srgbClr val="F0E8FF"/>
                    </a:solidFill>
                  </a:tcPr>
                </a:tc>
                <a:tc>
                  <a:txBody>
                    <a:bodyPr/>
                    <a:lstStyle/>
                    <a:p>
                      <a:r>
                        <a:rPr sz="1725" b="1">
                          <a:solidFill>
                            <a:srgbClr val="5431A6"/>
                          </a:solidFill>
                          <a:latin typeface="Pretendard"/>
                          <a:ea typeface="Pretendard"/>
                          <a:cs typeface="Pretendard"/>
                        </a:rPr>
                        <a:t>실제 설정 모델</a:t>
                      </a:r>
                    </a:p>
                  </a:txBody>
                  <a:tcPr marL="171450" marR="152400" marT="114300" marB="114300" anchor="ctr">
                    <a:solidFill>
                      <a:srgbClr val="F0E8FF"/>
                    </a:solidFill>
                  </a:tcPr>
                </a:tc>
                <a:tc>
                  <a:txBody>
                    <a:bodyPr/>
                    <a:lstStyle/>
                    <a:p>
                      <a:r>
                        <a:rPr sz="1725" b="1">
                          <a:solidFill>
                            <a:srgbClr val="5431A6"/>
                          </a:solidFill>
                          <a:latin typeface="Pretendard"/>
                          <a:ea typeface="Pretendard"/>
                          <a:cs typeface="Pretendard"/>
                        </a:rPr>
                        <a:t>연결 API</a:t>
                      </a:r>
                    </a:p>
                  </a:txBody>
                  <a:tcPr marL="171450" marR="152400" marT="114300" marB="114300" anchor="ctr">
                    <a:solidFill>
                      <a:srgbClr val="F0E8FF"/>
                    </a:solidFill>
                  </a:tcPr>
                </a:tc>
                <a:extLst>
                  <a:ext uri="{0D108BD9-81ED-4DB2-BD59-A6C34878D82A}">
                    <a16:rowId xmlns:a16="http://schemas.microsoft.com/office/drawing/2014/main" val="10000"/>
                  </a:ext>
                </a:extLst>
              </a:tr>
              <a:tr h="638175">
                <a:tc>
                  <a:txBody>
                    <a:bodyPr/>
                    <a:lstStyle/>
                    <a:p>
                      <a:r>
                        <a:rPr sz="1800">
                          <a:solidFill>
                            <a:srgbClr val="111111"/>
                          </a:solidFill>
                          <a:latin typeface="Pretendard"/>
                          <a:ea typeface="Pretendard"/>
                          <a:cs typeface="Pretendard"/>
                        </a:rPr>
                        <a:t>경험·주제·문장 피드백·챗봇</a:t>
                      </a:r>
                    </a:p>
                  </a:txBody>
                  <a:tcPr marL="171450" marR="152400" marT="114300" marB="114300" anchor="ctr">
                    <a:solidFill>
                      <a:srgbClr val="FFFFFF"/>
                    </a:solidFill>
                  </a:tcPr>
                </a:tc>
                <a:tc>
                  <a:txBody>
                    <a:bodyPr/>
                    <a:lstStyle/>
                    <a:p>
                      <a:r>
                        <a:rPr sz="1800">
                          <a:solidFill>
                            <a:srgbClr val="111111"/>
                          </a:solidFill>
                          <a:latin typeface="Pretendard"/>
                          <a:ea typeface="Pretendard"/>
                          <a:cs typeface="Pretendard"/>
                        </a:rPr>
                        <a:t>gpt-6-luna</a:t>
                      </a:r>
                    </a:p>
                  </a:txBody>
                  <a:tcPr marL="171450" marR="152400" marT="114300" marB="114300" anchor="ctr">
                    <a:solidFill>
                      <a:srgbClr val="FFFFFF"/>
                    </a:solidFill>
                  </a:tcPr>
                </a:tc>
                <a:tc>
                  <a:txBody>
                    <a:bodyPr/>
                    <a:lstStyle/>
                    <a:p>
                      <a:r>
                        <a:rPr sz="1800">
                          <a:solidFill>
                            <a:srgbClr val="111111"/>
                          </a:solidFill>
                          <a:latin typeface="Pretendard"/>
                          <a:ea typeface="Pretendard"/>
                          <a:cs typeface="Pretendard"/>
                        </a:rPr>
                        <a:t>Responses</a:t>
                      </a:r>
                    </a:p>
                  </a:txBody>
                  <a:tcPr marL="171450" marR="152400" marT="114300" marB="114300" anchor="ctr">
                    <a:solidFill>
                      <a:srgbClr val="FFFFFF"/>
                    </a:solidFill>
                  </a:tcPr>
                </a:tc>
                <a:extLst>
                  <a:ext uri="{0D108BD9-81ED-4DB2-BD59-A6C34878D82A}">
                    <a16:rowId xmlns:a16="http://schemas.microsoft.com/office/drawing/2014/main" val="10001"/>
                  </a:ext>
                </a:extLst>
              </a:tr>
              <a:tr h="638175">
                <a:tc>
                  <a:txBody>
                    <a:bodyPr/>
                    <a:lstStyle/>
                    <a:p>
                      <a:r>
                        <a:rPr sz="1800">
                          <a:solidFill>
                            <a:srgbClr val="111111"/>
                          </a:solidFill>
                          <a:latin typeface="Pretendard"/>
                          <a:ea typeface="Pretendard"/>
                          <a:cs typeface="Pretendard"/>
                        </a:rPr>
                        <a:t>발화 완료·챗봇 행동 분류</a:t>
                      </a:r>
                    </a:p>
                  </a:txBody>
                  <a:tcPr marL="171450" marR="152400" marT="114300" marB="114300" anchor="ctr">
                    <a:solidFill>
                      <a:srgbClr val="FFFFFF"/>
                    </a:solidFill>
                  </a:tcPr>
                </a:tc>
                <a:tc>
                  <a:txBody>
                    <a:bodyPr/>
                    <a:lstStyle/>
                    <a:p>
                      <a:r>
                        <a:rPr sz="1800">
                          <a:solidFill>
                            <a:srgbClr val="111111"/>
                          </a:solidFill>
                          <a:latin typeface="Pretendard"/>
                          <a:ea typeface="Pretendard"/>
                          <a:cs typeface="Pretendard"/>
                        </a:rPr>
                        <a:t>gpt-6-luna</a:t>
                      </a:r>
                    </a:p>
                  </a:txBody>
                  <a:tcPr marL="171450" marR="152400" marT="114300" marB="114300" anchor="ctr">
                    <a:solidFill>
                      <a:srgbClr val="FFFFFF"/>
                    </a:solidFill>
                  </a:tcPr>
                </a:tc>
                <a:tc>
                  <a:txBody>
                    <a:bodyPr/>
                    <a:lstStyle/>
                    <a:p>
                      <a:r>
                        <a:rPr sz="1800">
                          <a:solidFill>
                            <a:srgbClr val="111111"/>
                          </a:solidFill>
                          <a:latin typeface="Pretendard"/>
                          <a:ea typeface="Pretendard"/>
                          <a:cs typeface="Pretendard"/>
                        </a:rPr>
                        <a:t>Decisions</a:t>
                      </a:r>
                    </a:p>
                  </a:txBody>
                  <a:tcPr marL="171450" marR="152400" marT="114300" marB="114300" anchor="ctr">
                    <a:solidFill>
                      <a:srgbClr val="FFFFFF"/>
                    </a:solidFill>
                  </a:tcPr>
                </a:tc>
                <a:extLst>
                  <a:ext uri="{0D108BD9-81ED-4DB2-BD59-A6C34878D82A}">
                    <a16:rowId xmlns:a16="http://schemas.microsoft.com/office/drawing/2014/main" val="10002"/>
                  </a:ext>
                </a:extLst>
              </a:tr>
              <a:tr h="638175">
                <a:tc>
                  <a:txBody>
                    <a:bodyPr/>
                    <a:lstStyle/>
                    <a:p>
                      <a:r>
                        <a:rPr sz="1800">
                          <a:solidFill>
                            <a:srgbClr val="111111"/>
                          </a:solidFill>
                          <a:latin typeface="Pretendard"/>
                          <a:ea typeface="Pretendard"/>
                          <a:cs typeface="Pretendard"/>
                        </a:rPr>
                        <a:t>실시간 원문 전사</a:t>
                      </a:r>
                    </a:p>
                  </a:txBody>
                  <a:tcPr marL="171450" marR="152400" marT="114300" marB="114300" anchor="ctr">
                    <a:solidFill>
                      <a:srgbClr val="FFFFFF"/>
                    </a:solidFill>
                  </a:tcPr>
                </a:tc>
                <a:tc>
                  <a:txBody>
                    <a:bodyPr/>
                    <a:lstStyle/>
                    <a:p>
                      <a:r>
                        <a:rPr sz="1800">
                          <a:solidFill>
                            <a:srgbClr val="111111"/>
                          </a:solidFill>
                          <a:latin typeface="Pretendard"/>
                          <a:ea typeface="Pretendard"/>
                          <a:cs typeface="Pretendard"/>
                        </a:rPr>
                        <a:t>gpt-live-transcribe</a:t>
                      </a:r>
                    </a:p>
                  </a:txBody>
                  <a:tcPr marL="171450" marR="152400" marT="114300" marB="114300" anchor="ctr">
                    <a:solidFill>
                      <a:srgbClr val="FFFFFF"/>
                    </a:solidFill>
                  </a:tcPr>
                </a:tc>
                <a:tc>
                  <a:txBody>
                    <a:bodyPr/>
                    <a:lstStyle/>
                    <a:p>
                      <a:r>
                        <a:rPr sz="1800">
                          <a:solidFill>
                            <a:srgbClr val="111111"/>
                          </a:solidFill>
                          <a:latin typeface="Pretendard"/>
                          <a:ea typeface="Pretendard"/>
                          <a:cs typeface="Pretendard"/>
                        </a:rPr>
                        <a:t>Realtime transcription</a:t>
                      </a:r>
                    </a:p>
                  </a:txBody>
                  <a:tcPr marL="171450" marR="152400" marT="114300" marB="114300" anchor="ctr">
                    <a:solidFill>
                      <a:srgbClr val="FFFFFF"/>
                    </a:solidFill>
                  </a:tcPr>
                </a:tc>
                <a:extLst>
                  <a:ext uri="{0D108BD9-81ED-4DB2-BD59-A6C34878D82A}">
                    <a16:rowId xmlns:a16="http://schemas.microsoft.com/office/drawing/2014/main" val="10003"/>
                  </a:ext>
                </a:extLst>
              </a:tr>
              <a:tr h="638175">
                <a:tc>
                  <a:txBody>
                    <a:bodyPr/>
                    <a:lstStyle/>
                    <a:p>
                      <a:r>
                        <a:rPr sz="1800">
                          <a:solidFill>
                            <a:srgbClr val="111111"/>
                          </a:solidFill>
                          <a:latin typeface="Pretendard"/>
                          <a:ea typeface="Pretendard"/>
                          <a:cs typeface="Pretendard"/>
                        </a:rPr>
                        <a:t>같은 음성 재전사</a:t>
                      </a:r>
                    </a:p>
                  </a:txBody>
                  <a:tcPr marL="171450" marR="152400" marT="114300" marB="114300" anchor="ctr">
                    <a:solidFill>
                      <a:srgbClr val="FFFFFF"/>
                    </a:solidFill>
                  </a:tcPr>
                </a:tc>
                <a:tc>
                  <a:txBody>
                    <a:bodyPr/>
                    <a:lstStyle/>
                    <a:p>
                      <a:r>
                        <a:rPr sz="1800">
                          <a:solidFill>
                            <a:srgbClr val="111111"/>
                          </a:solidFill>
                          <a:latin typeface="Pretendard"/>
                          <a:ea typeface="Pretendard"/>
                          <a:cs typeface="Pretendard"/>
                        </a:rPr>
                        <a:t>gpt-transcribe</a:t>
                      </a:r>
                    </a:p>
                  </a:txBody>
                  <a:tcPr marL="171450" marR="152400" marT="114300" marB="114300" anchor="ctr">
                    <a:solidFill>
                      <a:srgbClr val="FFFFFF"/>
                    </a:solidFill>
                  </a:tcPr>
                </a:tc>
                <a:tc>
                  <a:txBody>
                    <a:bodyPr/>
                    <a:lstStyle/>
                    <a:p>
                      <a:r>
                        <a:rPr sz="1800">
                          <a:solidFill>
                            <a:srgbClr val="111111"/>
                          </a:solidFill>
                          <a:latin typeface="Pretendard"/>
                          <a:ea typeface="Pretendard"/>
                          <a:cs typeface="Pretendard"/>
                        </a:rPr>
                        <a:t>Audio Transcriptions</a:t>
                      </a:r>
                    </a:p>
                  </a:txBody>
                  <a:tcPr marL="171450" marR="152400" marT="114300" marB="114300" anchor="ctr">
                    <a:solidFill>
                      <a:srgbClr val="FFFFFF"/>
                    </a:solidFill>
                  </a:tcPr>
                </a:tc>
                <a:extLst>
                  <a:ext uri="{0D108BD9-81ED-4DB2-BD59-A6C34878D82A}">
                    <a16:rowId xmlns:a16="http://schemas.microsoft.com/office/drawing/2014/main" val="10004"/>
                  </a:ext>
                </a:extLst>
              </a:tr>
              <a:tr h="762000">
                <a:tc>
                  <a:txBody>
                    <a:bodyPr/>
                    <a:lstStyle/>
                    <a:p>
                      <a:r>
                        <a:rPr sz="1800">
                          <a:solidFill>
                            <a:srgbClr val="111111"/>
                          </a:solidFill>
                          <a:latin typeface="Pretendard"/>
                          <a:ea typeface="Pretendard"/>
                          <a:cs typeface="Pretendard"/>
                        </a:rPr>
                        <a:t>대화 주제 이미지</a:t>
                      </a:r>
                    </a:p>
                  </a:txBody>
                  <a:tcPr marL="171450" marR="152400" marT="114300" marB="114300" anchor="ctr">
                    <a:solidFill>
                      <a:srgbClr val="FFFFFF"/>
                    </a:solidFill>
                  </a:tcPr>
                </a:tc>
                <a:tc>
                  <a:txBody>
                    <a:bodyPr/>
                    <a:lstStyle/>
                    <a:p>
                      <a:r>
                        <a:rPr sz="1800">
                          <a:solidFill>
                            <a:srgbClr val="111111"/>
                          </a:solidFill>
                          <a:latin typeface="Pretendard"/>
                          <a:ea typeface="Pretendard"/>
                          <a:cs typeface="Pretendard"/>
                        </a:rPr>
                        <a:t>gpt-image-2.5-flare-</a:t>
                      </a:r>
                    </a:p>
                    <a:p>
                      <a:r>
                        <a:rPr sz="1800">
                          <a:solidFill>
                            <a:srgbClr val="111111"/>
                          </a:solidFill>
                          <a:latin typeface="Pretendard"/>
                          <a:ea typeface="Pretendard"/>
                          <a:cs typeface="Pretendard"/>
                        </a:rPr>
                        <a:t>2026-09-08</a:t>
                      </a:r>
                    </a:p>
                  </a:txBody>
                  <a:tcPr marL="171450" marR="152400" marT="114300" marB="114300" anchor="ctr">
                    <a:solidFill>
                      <a:srgbClr val="FFFFFF"/>
                    </a:solidFill>
                  </a:tcPr>
                </a:tc>
                <a:tc>
                  <a:txBody>
                    <a:bodyPr/>
                    <a:lstStyle/>
                    <a:p>
                      <a:r>
                        <a:rPr sz="1800">
                          <a:solidFill>
                            <a:srgbClr val="111111"/>
                          </a:solidFill>
                          <a:latin typeface="Pretendard"/>
                          <a:ea typeface="Pretendard"/>
                          <a:cs typeface="Pretendard"/>
                        </a:rPr>
                        <a:t>Images</a:t>
                      </a:r>
                    </a:p>
                  </a:txBody>
                  <a:tcPr marL="171450" marR="152400" marT="114300" marB="114300" anchor="ctr">
                    <a:solidFill>
                      <a:srgbClr val="FFFFFF"/>
                    </a:solidFill>
                  </a:tcPr>
                </a:tc>
                <a:extLst>
                  <a:ext uri="{0D108BD9-81ED-4DB2-BD59-A6C34878D82A}">
                    <a16:rowId xmlns:a16="http://schemas.microsoft.com/office/drawing/2014/main" val="10005"/>
                  </a:ext>
                </a:extLst>
              </a:tr>
            </a:tbl>
          </a:graphicData>
        </a:graphic>
      </p:graphicFrame>
      <p:sp>
        <p:nvSpPr>
          <p:cNvPr id="4" name="text-20">
            <a:extLst>
              <a:ext uri="{FF2B5EF4-FFF2-40B4-BE49-F238E27FC236}">
                <a16:creationId xmlns:a16="http://schemas.microsoft.com/office/drawing/2014/main" id="{A0220FDE-F477-4783-9BFA-71E24077AAF8}"/>
              </a:ext>
            </a:extLst>
          </p:cNvPr>
          <p:cNvSpPr>
            <a:spLocks noGrp="1"/>
          </p:cNvSpPr>
          <p:nvPr/>
        </p:nvSpPr>
        <p:spPr>
          <a:xfrm>
            <a:off x="552450" y="5762625"/>
            <a:ext cx="2171700" cy="361950"/>
          </a:xfrm>
          <a:prstGeom prst="rect">
            <a:avLst/>
          </a:prstGeom>
          <a:noFill/>
          <a:ln w="0">
            <a:noFill/>
          </a:ln>
        </p:spPr>
        <p:txBody>
          <a:bodyPr wrap="square" lIns="0" tIns="0" rIns="0" bIns="0" anchor="t">
            <a:noAutofit/>
          </a:bodyPr>
          <a:lstStyle>
            <a:defPPr>
              <a:defRPr sz="1950" b="1">
                <a:solidFill>
                  <a:srgbClr val="5431A6"/>
                </a:solidFill>
                <a:latin typeface="Pretendard"/>
                <a:ea typeface="Pretendard"/>
                <a:cs typeface="Pretendard"/>
              </a:defRPr>
            </a:defPPr>
          </a:lstStyle>
          <a:p>
            <a:pPr>
              <a:lnSpc>
                <a:spcPct val="112000"/>
              </a:lnSpc>
              <a:buNone/>
              <a:defRPr sz="1950" b="1">
                <a:solidFill>
                  <a:srgbClr val="5431A6"/>
                </a:solidFill>
                <a:latin typeface="Pretendard"/>
                <a:ea typeface="Pretendard"/>
                <a:cs typeface="Pretendard"/>
              </a:defRPr>
            </a:pPr>
            <a:r>
              <a:rPr sz="1950" b="1">
                <a:solidFill>
                  <a:srgbClr val="5431A6"/>
                </a:solidFill>
                <a:latin typeface="Pretendard"/>
                <a:ea typeface="Pretendard"/>
                <a:cs typeface="Pretendard"/>
              </a:rPr>
              <a:t>React · SEED</a:t>
            </a:r>
          </a:p>
        </p:txBody>
      </p:sp>
      <p:sp>
        <p:nvSpPr>
          <p:cNvPr id="5" name="text-21">
            <a:extLst>
              <a:ext uri="{FF2B5EF4-FFF2-40B4-BE49-F238E27FC236}">
                <a16:creationId xmlns:a16="http://schemas.microsoft.com/office/drawing/2014/main" id="{94B45612-070A-481C-8E94-5361BA8CDA6A}"/>
              </a:ext>
            </a:extLst>
          </p:cNvPr>
          <p:cNvSpPr>
            <a:spLocks noGrp="1"/>
          </p:cNvSpPr>
          <p:nvPr/>
        </p:nvSpPr>
        <p:spPr>
          <a:xfrm>
            <a:off x="3371850" y="5762625"/>
            <a:ext cx="2800350" cy="361950"/>
          </a:xfrm>
          <a:prstGeom prst="rect">
            <a:avLst/>
          </a:prstGeom>
          <a:noFill/>
          <a:ln w="0">
            <a:noFill/>
          </a:ln>
        </p:spPr>
        <p:txBody>
          <a:bodyPr wrap="square" lIns="0" tIns="0" rIns="0" bIns="0" anchor="t">
            <a:noAutofit/>
          </a:bodyPr>
          <a:lstStyle>
            <a:defPPr>
              <a:defRPr sz="1950" b="1">
                <a:solidFill>
                  <a:srgbClr val="5431A6"/>
                </a:solidFill>
                <a:latin typeface="Pretendard"/>
                <a:ea typeface="Pretendard"/>
                <a:cs typeface="Pretendard"/>
              </a:defRPr>
            </a:defPPr>
          </a:lstStyle>
          <a:p>
            <a:pPr>
              <a:lnSpc>
                <a:spcPct val="112000"/>
              </a:lnSpc>
              <a:buNone/>
              <a:defRPr sz="1950" b="1">
                <a:solidFill>
                  <a:srgbClr val="5431A6"/>
                </a:solidFill>
                <a:latin typeface="Pretendard"/>
                <a:ea typeface="Pretendard"/>
                <a:cs typeface="Pretendard"/>
              </a:defRPr>
            </a:pPr>
            <a:r>
              <a:rPr sz="1950" b="1">
                <a:solidFill>
                  <a:srgbClr val="5431A6"/>
                </a:solidFill>
                <a:latin typeface="Pretendard"/>
                <a:ea typeface="Pretendard"/>
                <a:cs typeface="Pretendard"/>
              </a:rPr>
              <a:t>Fastify HTTP / WS</a:t>
            </a:r>
          </a:p>
        </p:txBody>
      </p:sp>
      <p:sp>
        <p:nvSpPr>
          <p:cNvPr id="6" name="text-22">
            <a:extLst>
              <a:ext uri="{FF2B5EF4-FFF2-40B4-BE49-F238E27FC236}">
                <a16:creationId xmlns:a16="http://schemas.microsoft.com/office/drawing/2014/main" id="{9D336917-97FE-4C5F-835F-E4BBD79D2180}"/>
              </a:ext>
            </a:extLst>
          </p:cNvPr>
          <p:cNvSpPr>
            <a:spLocks noGrp="1"/>
          </p:cNvSpPr>
          <p:nvPr/>
        </p:nvSpPr>
        <p:spPr>
          <a:xfrm>
            <a:off x="6762750" y="5762625"/>
            <a:ext cx="4895850" cy="361950"/>
          </a:xfrm>
          <a:prstGeom prst="rect">
            <a:avLst/>
          </a:prstGeom>
          <a:noFill/>
          <a:ln w="0">
            <a:noFill/>
          </a:ln>
        </p:spPr>
        <p:txBody>
          <a:bodyPr wrap="square" lIns="0" tIns="0" rIns="0" bIns="0" anchor="t">
            <a:noAutofit/>
          </a:bodyPr>
          <a:lstStyle>
            <a:defPPr>
              <a:defRPr sz="1950" b="1">
                <a:solidFill>
                  <a:srgbClr val="5431A6"/>
                </a:solidFill>
                <a:latin typeface="Pretendard"/>
                <a:ea typeface="Pretendard"/>
                <a:cs typeface="Pretendard"/>
              </a:defRPr>
            </a:defPPr>
          </a:lstStyle>
          <a:p>
            <a:pPr>
              <a:lnSpc>
                <a:spcPct val="112000"/>
              </a:lnSpc>
              <a:buNone/>
              <a:defRPr sz="1950" b="1">
                <a:solidFill>
                  <a:srgbClr val="5431A6"/>
                </a:solidFill>
                <a:latin typeface="Pretendard"/>
                <a:ea typeface="Pretendard"/>
                <a:cs typeface="Pretendard"/>
              </a:defRPr>
            </a:pPr>
            <a:r>
              <a:rPr sz="1950" b="1">
                <a:solidFill>
                  <a:srgbClr val="5431A6"/>
                </a:solidFill>
                <a:latin typeface="Pretendard"/>
                <a:ea typeface="Pretendard"/>
                <a:cs typeface="Pretendard"/>
              </a:rPr>
              <a:t>OpenAI + PostgreSQL·미디어</a:t>
            </a:r>
          </a:p>
        </p:txBody>
      </p:sp>
      <p:sp>
        <p:nvSpPr>
          <p:cNvPr id="9" name="box-23">
            <a:extLst>
              <a:ext uri="{FF2B5EF4-FFF2-40B4-BE49-F238E27FC236}">
                <a16:creationId xmlns:a16="http://schemas.microsoft.com/office/drawing/2014/main" id="{4EE2FD6F-6CE9-4A5F-8AED-13F42F18F612}"/>
              </a:ext>
            </a:extLst>
          </p:cNvPr>
          <p:cNvSpPr>
            <a:spLocks noGrp="1"/>
          </p:cNvSpPr>
          <p:nvPr/>
        </p:nvSpPr>
        <p:spPr>
          <a:xfrm>
            <a:off x="533400" y="6343650"/>
            <a:ext cx="11125200" cy="14288"/>
          </a:xfrm>
          <a:prstGeom prst="rect">
            <a:avLst/>
          </a:prstGeom>
          <a:solidFill>
            <a:srgbClr val="DCCCFF"/>
          </a:solidFill>
          <a:ln w="0">
            <a:noFill/>
          </a:ln>
        </p:spPr>
        <p:txBody>
          <a:bodyPr/>
          <a:lstStyle/>
          <a:p>
            <a:endParaRPr lang="ko-KR" altLang="en-US"/>
          </a:p>
        </p:txBody>
      </p:sp>
      <p:sp>
        <p:nvSpPr>
          <p:cNvPr id="11" name="text-25">
            <a:extLst>
              <a:ext uri="{FF2B5EF4-FFF2-40B4-BE49-F238E27FC236}">
                <a16:creationId xmlns:a16="http://schemas.microsoft.com/office/drawing/2014/main" id="{427AB471-2089-46B8-B399-4EF55E7EFEBD}"/>
              </a:ext>
            </a:extLst>
          </p:cNvPr>
          <p:cNvSpPr>
            <a:spLocks noGrp="1"/>
          </p:cNvSpPr>
          <p:nvPr/>
        </p:nvSpPr>
        <p:spPr>
          <a:xfrm>
            <a:off x="11363325" y="6477000"/>
            <a:ext cx="342900" cy="228600"/>
          </a:xfrm>
          <a:prstGeom prst="rect">
            <a:avLst/>
          </a:prstGeom>
          <a:noFill/>
          <a:ln w="0">
            <a:noFill/>
          </a:ln>
        </p:spPr>
        <p:txBody>
          <a:bodyPr wrap="square" lIns="0" tIns="0" rIns="0" bIns="0" anchor="t">
            <a:noAutofit/>
          </a:bodyPr>
          <a:lstStyle>
            <a:defPPr>
              <a:defRPr sz="1200" b="1">
                <a:solidFill>
                  <a:srgbClr val="5431A6"/>
                </a:solidFill>
                <a:latin typeface="Pretendard"/>
                <a:ea typeface="Pretendard"/>
                <a:cs typeface="Pretendard"/>
              </a:defRPr>
            </a:defPPr>
          </a:lstStyle>
          <a:p>
            <a:pPr>
              <a:lnSpc>
                <a:spcPct val="112000"/>
              </a:lnSpc>
              <a:buNone/>
              <a:defRPr sz="1200" b="1">
                <a:solidFill>
                  <a:srgbClr val="5431A6"/>
                </a:solidFill>
                <a:latin typeface="Pretendard"/>
                <a:ea typeface="Pretendard"/>
                <a:cs typeface="Pretendard"/>
              </a:defRPr>
            </a:pPr>
            <a:r>
              <a:rPr sz="1200" b="1">
                <a:solidFill>
                  <a:srgbClr val="5431A6"/>
                </a:solidFill>
                <a:latin typeface="Pretendard"/>
                <a:ea typeface="Pretendard"/>
                <a:cs typeface="Pretendard"/>
              </a:rPr>
              <a:t>07</a:t>
            </a:r>
          </a:p>
        </p:txBody>
      </p:sp>
    </p:spTree>
    <p:extLst>
      <p:ext uri="{BB962C8B-B14F-4D97-AF65-F5344CB8AC3E}">
        <p14:creationId xmlns:p14="http://schemas.microsoft.com/office/powerpoint/2010/main" val="17421554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6FF"/>
        </a:solidFill>
        <a:effectLst/>
      </p:bgPr>
    </p:bg>
    <p:spTree>
      <p:nvGrpSpPr>
        <p:cNvPr id="1" name=""/>
        <p:cNvGrpSpPr/>
        <p:nvPr/>
      </p:nvGrpSpPr>
      <p:grpSpPr>
        <a:xfrm>
          <a:off x="0" y="0"/>
          <a:ext cx="0" cy="0"/>
          <a:chOff x="0" y="0"/>
          <a:chExt cx="0" cy="0"/>
        </a:xfrm>
      </p:grpSpPr>
      <p:sp>
        <p:nvSpPr>
          <p:cNvPr id="2" name="배경">
            <a:extLst>
              <a:ext uri="{FF2B5EF4-FFF2-40B4-BE49-F238E27FC236}">
                <a16:creationId xmlns:a16="http://schemas.microsoft.com/office/drawing/2014/main" id="{1D034E4D-D296-44EF-97BB-F9FD47F2458A}"/>
              </a:ext>
            </a:extLst>
          </p:cNvPr>
          <p:cNvSpPr>
            <a:spLocks noGrp="1"/>
          </p:cNvSpPr>
          <p:nvPr/>
        </p:nvSpPr>
        <p:spPr>
          <a:xfrm>
            <a:off x="0" y="0"/>
            <a:ext cx="12192000" cy="6858000"/>
          </a:xfrm>
          <a:prstGeom prst="rect">
            <a:avLst/>
          </a:prstGeom>
          <a:solidFill>
            <a:srgbClr val="F8F6FF"/>
          </a:solidFill>
          <a:ln w="0">
            <a:noFill/>
          </a:ln>
        </p:spPr>
        <p:txBody>
          <a:bodyPr/>
          <a:lstStyle/>
          <a:p>
            <a:endParaRPr lang="ko-KR" altLang="en-US"/>
          </a:p>
        </p:txBody>
      </p:sp>
      <p:sp>
        <p:nvSpPr>
          <p:cNvPr id="4" name="편집 가능한 설명 같은 음성을 다시 전사한 결과">
            <a:extLst>
              <a:ext uri="{FF2B5EF4-FFF2-40B4-BE49-F238E27FC236}">
                <a16:creationId xmlns:a16="http://schemas.microsoft.com/office/drawing/2014/main" id="{6916F70F-BFE2-4F54-9B8D-A43F2E40E92C}"/>
              </a:ext>
            </a:extLst>
          </p:cNvPr>
          <p:cNvSpPr>
            <a:spLocks noGrp="1"/>
          </p:cNvSpPr>
          <p:nvPr/>
        </p:nvSpPr>
        <p:spPr>
          <a:xfrm>
            <a:off x="444500" y="254000"/>
            <a:ext cx="11303000" cy="334327"/>
          </a:xfrm>
          <a:prstGeom prst="rect">
            <a:avLst/>
          </a:prstGeom>
          <a:noFill/>
          <a:ln w="0">
            <a:noFill/>
          </a:ln>
        </p:spPr>
        <p:txBody>
          <a:bodyPr wrap="square" lIns="0" tIns="0" rIns="0" bIns="0" anchor="t">
            <a:noAutofit/>
          </a:bodyPr>
          <a:lstStyle>
            <a:defPPr>
              <a:defRPr sz="1950" b="1">
                <a:solidFill>
                  <a:srgbClr val="5431A6"/>
                </a:solidFill>
                <a:latin typeface="Pretendard"/>
                <a:ea typeface="Pretendard"/>
                <a:cs typeface="Pretendard"/>
              </a:defRPr>
            </a:defPPr>
          </a:lstStyle>
          <a:p>
            <a:pPr>
              <a:lnSpc>
                <a:spcPct val="135000"/>
              </a:lnSpc>
              <a:buNone/>
              <a:defRPr sz="1950" b="1">
                <a:solidFill>
                  <a:srgbClr val="5431A6"/>
                </a:solidFill>
                <a:latin typeface="Pretendard"/>
                <a:ea typeface="Pretendard"/>
                <a:cs typeface="Pretendard"/>
              </a:defRPr>
            </a:pPr>
            <a:r>
              <a:rPr sz="1950" b="1">
                <a:solidFill>
                  <a:srgbClr val="5431A6"/>
                </a:solidFill>
                <a:latin typeface="Pretendard"/>
                <a:ea typeface="Pretendard"/>
                <a:cs typeface="Pretendard"/>
              </a:rPr>
              <a:t>같은 음성을 다시 전사한 결과</a:t>
            </a:r>
          </a:p>
        </p:txBody>
      </p:sp>
      <p:pic>
        <p:nvPicPr>
          <p:cNvPr id="5" name="그림 4">
            <a:extLst>
              <a:ext uri="{FF2B5EF4-FFF2-40B4-BE49-F238E27FC236}">
                <a16:creationId xmlns:a16="http://schemas.microsoft.com/office/drawing/2014/main" id="{660B0B12-3AB4-462A-A18B-79A1CA5AC4AD}"/>
              </a:ext>
            </a:extLst>
          </p:cNvPr>
          <p:cNvPicPr>
            <a:picLocks noChangeAspect="1"/>
          </p:cNvPicPr>
          <p:nvPr/>
        </p:nvPicPr>
        <p:blipFill>
          <a:blip r:embed="rId3"/>
          <a:srcRect l="7813" t="81441" r="57269" b="14009"/>
          <a:stretch/>
        </p:blipFill>
        <p:spPr>
          <a:xfrm>
            <a:off x="615950" y="1219200"/>
            <a:ext cx="10820400" cy="1039812"/>
          </a:xfrm>
          <a:prstGeom prst="roundRect">
            <a:avLst>
              <a:gd name="adj" fmla="val 9160"/>
            </a:avLst>
          </a:prstGeom>
        </p:spPr>
      </p:pic>
      <p:sp>
        <p:nvSpPr>
          <p:cNvPr id="6" name="캡처 테두리">
            <a:extLst>
              <a:ext uri="{FF2B5EF4-FFF2-40B4-BE49-F238E27FC236}">
                <a16:creationId xmlns:a16="http://schemas.microsoft.com/office/drawing/2014/main" id="{6F6A0EA6-988F-4592-8431-C66EB185FEAC}"/>
              </a:ext>
            </a:extLst>
          </p:cNvPr>
          <p:cNvSpPr>
            <a:spLocks noGrp="1"/>
          </p:cNvSpPr>
          <p:nvPr/>
        </p:nvSpPr>
        <p:spPr>
          <a:xfrm>
            <a:off x="603250" y="1206500"/>
            <a:ext cx="10845800" cy="1065213"/>
          </a:xfrm>
          <a:prstGeom prst="roundRect">
            <a:avLst>
              <a:gd name="adj" fmla="val 10730"/>
            </a:avLst>
          </a:prstGeom>
          <a:noFill/>
          <a:ln w="12700">
            <a:solidFill>
              <a:srgbClr val="DCCCFF"/>
            </a:solidFill>
            <a:prstDash val="solid"/>
          </a:ln>
        </p:spPr>
        <p:txBody>
          <a:bodyPr/>
          <a:lstStyle/>
          <a:p>
            <a:endParaRPr lang="ko-KR" altLang="en-US"/>
          </a:p>
        </p:txBody>
      </p:sp>
      <p:sp>
        <p:nvSpPr>
          <p:cNvPr id="7" name="편집 가능한 강조 테두리">
            <a:extLst>
              <a:ext uri="{FF2B5EF4-FFF2-40B4-BE49-F238E27FC236}">
                <a16:creationId xmlns:a16="http://schemas.microsoft.com/office/drawing/2014/main" id="{64FB9CA1-DD3F-44E9-AB5F-53E67DEB5F73}"/>
              </a:ext>
            </a:extLst>
          </p:cNvPr>
          <p:cNvSpPr>
            <a:spLocks noGrp="1"/>
          </p:cNvSpPr>
          <p:nvPr/>
        </p:nvSpPr>
        <p:spPr>
          <a:xfrm>
            <a:off x="7239635" y="1277303"/>
            <a:ext cx="3679825" cy="426085"/>
          </a:xfrm>
          <a:prstGeom prst="roundRect">
            <a:avLst>
              <a:gd name="adj" fmla="val 11923"/>
            </a:avLst>
          </a:prstGeom>
          <a:noFill/>
          <a:ln w="25400">
            <a:solidFill>
              <a:srgbClr val="F0AF14"/>
            </a:solidFill>
            <a:prstDash val="solid"/>
          </a:ln>
        </p:spPr>
        <p:txBody>
          <a:bodyPr/>
          <a:lstStyle/>
          <a:p>
            <a:endParaRPr lang="ko-KR" altLang="en-US"/>
          </a:p>
        </p:txBody>
      </p:sp>
      <p:sp>
        <p:nvSpPr>
          <p:cNvPr id="8" name="편집 가능한 강조 테두리">
            <a:extLst>
              <a:ext uri="{FF2B5EF4-FFF2-40B4-BE49-F238E27FC236}">
                <a16:creationId xmlns:a16="http://schemas.microsoft.com/office/drawing/2014/main" id="{2B428838-60A2-48C2-8320-94A543851B88}"/>
              </a:ext>
            </a:extLst>
          </p:cNvPr>
          <p:cNvSpPr>
            <a:spLocks noGrp="1"/>
          </p:cNvSpPr>
          <p:nvPr/>
        </p:nvSpPr>
        <p:spPr>
          <a:xfrm>
            <a:off x="6658610" y="1819593"/>
            <a:ext cx="2614613" cy="406717"/>
          </a:xfrm>
          <a:prstGeom prst="roundRect">
            <a:avLst>
              <a:gd name="adj" fmla="val 12490"/>
            </a:avLst>
          </a:prstGeom>
          <a:noFill/>
          <a:ln w="25400">
            <a:solidFill>
              <a:srgbClr val="1FAF7F"/>
            </a:solidFill>
            <a:prstDash val="solid"/>
          </a:ln>
        </p:spPr>
        <p:txBody>
          <a:bodyPr/>
          <a:lstStyle/>
          <a:p>
            <a:endParaRPr lang="ko-KR" altLang="en-US"/>
          </a:p>
        </p:txBody>
      </p:sp>
      <p:sp>
        <p:nvSpPr>
          <p:cNvPr id="9" name="편집 가능한 설명 인식 보정">
            <a:extLst>
              <a:ext uri="{FF2B5EF4-FFF2-40B4-BE49-F238E27FC236}">
                <a16:creationId xmlns:a16="http://schemas.microsoft.com/office/drawing/2014/main" id="{BBD6F8E4-7EF0-46DF-86E5-A7A1B391A5DD}"/>
              </a:ext>
            </a:extLst>
          </p:cNvPr>
          <p:cNvSpPr>
            <a:spLocks noGrp="1"/>
          </p:cNvSpPr>
          <p:nvPr/>
        </p:nvSpPr>
        <p:spPr>
          <a:xfrm>
            <a:off x="508000" y="2984500"/>
            <a:ext cx="5397500" cy="334327"/>
          </a:xfrm>
          <a:prstGeom prst="rect">
            <a:avLst/>
          </a:prstGeom>
          <a:noFill/>
          <a:ln w="0">
            <a:noFill/>
          </a:ln>
        </p:spPr>
        <p:txBody>
          <a:bodyPr wrap="square" lIns="0" tIns="0" rIns="0" bIns="0" anchor="t">
            <a:noAutofit/>
          </a:bodyPr>
          <a:lstStyle>
            <a:defPPr>
              <a:defRPr sz="1950" b="1">
                <a:solidFill>
                  <a:srgbClr val="5431A6"/>
                </a:solidFill>
                <a:latin typeface="Pretendard"/>
                <a:ea typeface="Pretendard"/>
                <a:cs typeface="Pretendard"/>
              </a:defRPr>
            </a:defPPr>
          </a:lstStyle>
          <a:p>
            <a:pPr>
              <a:lnSpc>
                <a:spcPct val="135000"/>
              </a:lnSpc>
              <a:buNone/>
              <a:defRPr sz="1950" b="1">
                <a:solidFill>
                  <a:srgbClr val="5431A6"/>
                </a:solidFill>
                <a:latin typeface="Pretendard"/>
                <a:ea typeface="Pretendard"/>
                <a:cs typeface="Pretendard"/>
              </a:defRPr>
            </a:pPr>
            <a:r>
              <a:rPr sz="1950" b="1">
                <a:solidFill>
                  <a:srgbClr val="5431A6"/>
                </a:solidFill>
                <a:latin typeface="Pretendard"/>
                <a:ea typeface="Pretendard"/>
                <a:cs typeface="Pretendard"/>
              </a:rPr>
              <a:t>인식 보정</a:t>
            </a:r>
          </a:p>
        </p:txBody>
      </p:sp>
      <p:sp>
        <p:nvSpPr>
          <p:cNvPr id="10" name="편집 가능한 설명 planned → plan&#10;합성 음성의 대본과 ">
            <a:extLst>
              <a:ext uri="{FF2B5EF4-FFF2-40B4-BE49-F238E27FC236}">
                <a16:creationId xmlns:a16="http://schemas.microsoft.com/office/drawing/2014/main" id="{66B30284-9D83-4467-8DC6-937F11E4C5B6}"/>
              </a:ext>
            </a:extLst>
          </p:cNvPr>
          <p:cNvSpPr>
            <a:spLocks noGrp="1"/>
          </p:cNvSpPr>
          <p:nvPr/>
        </p:nvSpPr>
        <p:spPr>
          <a:xfrm>
            <a:off x="508000" y="3477577"/>
            <a:ext cx="5397500" cy="838200"/>
          </a:xfrm>
          <a:prstGeom prst="rect">
            <a:avLst/>
          </a:prstGeom>
          <a:noFill/>
          <a:ln w="0">
            <a:noFill/>
          </a:ln>
        </p:spPr>
        <p:txBody>
          <a:bodyPr wrap="square" lIns="0" tIns="0" rIns="0" bIns="0" anchor="t">
            <a:noAutofit/>
          </a:bodyPr>
          <a:lstStyle>
            <a:defPPr>
              <a:defRPr sz="1750" b="0">
                <a:solidFill>
                  <a:srgbClr val="111111"/>
                </a:solidFill>
                <a:latin typeface="Pretendard"/>
                <a:ea typeface="Pretendard"/>
                <a:cs typeface="Pretendard"/>
              </a:defRPr>
            </a:defPPr>
          </a:lstStyle>
          <a:p>
            <a:pPr>
              <a:lnSpc>
                <a:spcPct val="160000"/>
              </a:lnSpc>
              <a:buNone/>
              <a:defRPr sz="1750" b="0">
                <a:solidFill>
                  <a:srgbClr val="111111"/>
                </a:solidFill>
                <a:latin typeface="Pretendard"/>
                <a:ea typeface="Pretendard"/>
                <a:cs typeface="Pretendard"/>
              </a:defRPr>
            </a:pPr>
            <a:r>
              <a:rPr sz="1750" b="0">
                <a:solidFill>
                  <a:srgbClr val="111111"/>
                </a:solidFill>
                <a:latin typeface="Pretendard"/>
                <a:ea typeface="Pretendard"/>
                <a:cs typeface="Pretendard"/>
              </a:rPr>
              <a:t>planned → plan</a:t>
            </a:r>
          </a:p>
          <a:p>
            <a:pPr>
              <a:lnSpc>
                <a:spcPct val="160000"/>
              </a:lnSpc>
              <a:buNone/>
              <a:defRPr sz="1750" b="0">
                <a:solidFill>
                  <a:srgbClr val="111111"/>
                </a:solidFill>
                <a:latin typeface="Pretendard"/>
                <a:ea typeface="Pretendard"/>
                <a:cs typeface="Pretendard"/>
              </a:defRPr>
            </a:pPr>
            <a:r>
              <a:rPr sz="1750" b="0">
                <a:solidFill>
                  <a:srgbClr val="111111"/>
                </a:solidFill>
                <a:latin typeface="Pretendard"/>
                <a:ea typeface="Pretendard"/>
                <a:cs typeface="Pretendard"/>
              </a:rPr>
              <a:t>합성 음성의 대본과 일치한 사례</a:t>
            </a:r>
          </a:p>
        </p:txBody>
      </p:sp>
      <p:sp>
        <p:nvSpPr>
          <p:cNvPr id="11" name="편집 가능한 설명 문법 피드백은 다음 단계">
            <a:extLst>
              <a:ext uri="{FF2B5EF4-FFF2-40B4-BE49-F238E27FC236}">
                <a16:creationId xmlns:a16="http://schemas.microsoft.com/office/drawing/2014/main" id="{FC70A258-A6B6-4A15-9527-429EFD129906}"/>
              </a:ext>
            </a:extLst>
          </p:cNvPr>
          <p:cNvSpPr>
            <a:spLocks noGrp="1"/>
          </p:cNvSpPr>
          <p:nvPr/>
        </p:nvSpPr>
        <p:spPr>
          <a:xfrm>
            <a:off x="6540500" y="2984500"/>
            <a:ext cx="5016500" cy="334327"/>
          </a:xfrm>
          <a:prstGeom prst="rect">
            <a:avLst/>
          </a:prstGeom>
          <a:noFill/>
          <a:ln w="0">
            <a:noFill/>
          </a:ln>
        </p:spPr>
        <p:txBody>
          <a:bodyPr wrap="square" lIns="0" tIns="0" rIns="0" bIns="0" anchor="t">
            <a:noAutofit/>
          </a:bodyPr>
          <a:lstStyle>
            <a:defPPr>
              <a:defRPr sz="1950" b="1">
                <a:solidFill>
                  <a:srgbClr val="5431A6"/>
                </a:solidFill>
                <a:latin typeface="Pretendard"/>
                <a:ea typeface="Pretendard"/>
                <a:cs typeface="Pretendard"/>
              </a:defRPr>
            </a:defPPr>
          </a:lstStyle>
          <a:p>
            <a:pPr>
              <a:lnSpc>
                <a:spcPct val="135000"/>
              </a:lnSpc>
              <a:buNone/>
              <a:defRPr sz="1950" b="1">
                <a:solidFill>
                  <a:srgbClr val="5431A6"/>
                </a:solidFill>
                <a:latin typeface="Pretendard"/>
                <a:ea typeface="Pretendard"/>
                <a:cs typeface="Pretendard"/>
              </a:defRPr>
            </a:pPr>
            <a:r>
              <a:rPr sz="1950" b="1">
                <a:solidFill>
                  <a:srgbClr val="5431A6"/>
                </a:solidFill>
                <a:latin typeface="Pretendard"/>
                <a:ea typeface="Pretendard"/>
                <a:cs typeface="Pretendard"/>
              </a:rPr>
              <a:t>문법 피드백은 다음 단계</a:t>
            </a:r>
          </a:p>
        </p:txBody>
      </p:sp>
      <p:sp>
        <p:nvSpPr>
          <p:cNvPr id="12" name="편집 가능한 설명 She don’t…는 보정문에도 유지&#10;문장별 검">
            <a:extLst>
              <a:ext uri="{FF2B5EF4-FFF2-40B4-BE49-F238E27FC236}">
                <a16:creationId xmlns:a16="http://schemas.microsoft.com/office/drawing/2014/main" id="{83169BD5-8D0A-4886-A523-28B1B9E0FD51}"/>
              </a:ext>
            </a:extLst>
          </p:cNvPr>
          <p:cNvSpPr>
            <a:spLocks noGrp="1"/>
          </p:cNvSpPr>
          <p:nvPr/>
        </p:nvSpPr>
        <p:spPr>
          <a:xfrm>
            <a:off x="6540500" y="3477577"/>
            <a:ext cx="5016500" cy="838200"/>
          </a:xfrm>
          <a:prstGeom prst="rect">
            <a:avLst/>
          </a:prstGeom>
          <a:noFill/>
          <a:ln w="0">
            <a:noFill/>
          </a:ln>
        </p:spPr>
        <p:txBody>
          <a:bodyPr wrap="square" lIns="0" tIns="0" rIns="0" bIns="0" anchor="t">
            <a:noAutofit/>
          </a:bodyPr>
          <a:lstStyle>
            <a:defPPr>
              <a:defRPr sz="1750" b="0">
                <a:solidFill>
                  <a:srgbClr val="111111"/>
                </a:solidFill>
                <a:latin typeface="Pretendard"/>
                <a:ea typeface="Pretendard"/>
                <a:cs typeface="Pretendard"/>
              </a:defRPr>
            </a:defPPr>
          </a:lstStyle>
          <a:p>
            <a:pPr>
              <a:lnSpc>
                <a:spcPct val="160000"/>
              </a:lnSpc>
              <a:buNone/>
              <a:defRPr sz="1750" b="0">
                <a:solidFill>
                  <a:srgbClr val="111111"/>
                </a:solidFill>
                <a:latin typeface="Pretendard"/>
                <a:ea typeface="Pretendard"/>
                <a:cs typeface="Pretendard"/>
              </a:defRPr>
            </a:pPr>
            <a:r>
              <a:rPr sz="1750" b="0">
                <a:solidFill>
                  <a:srgbClr val="111111"/>
                </a:solidFill>
                <a:latin typeface="Pretendard"/>
                <a:ea typeface="Pretendard"/>
                <a:cs typeface="Pretendard"/>
              </a:rPr>
              <a:t>She don’t…는 보정문에도 유지</a:t>
            </a:r>
          </a:p>
          <a:p>
            <a:pPr>
              <a:lnSpc>
                <a:spcPct val="160000"/>
              </a:lnSpc>
              <a:buNone/>
              <a:defRPr sz="1750" b="0">
                <a:solidFill>
                  <a:srgbClr val="111111"/>
                </a:solidFill>
                <a:latin typeface="Pretendard"/>
                <a:ea typeface="Pretendard"/>
                <a:cs typeface="Pretendard"/>
              </a:defRPr>
            </a:pPr>
            <a:r>
              <a:rPr sz="1750" b="0">
                <a:solidFill>
                  <a:srgbClr val="111111"/>
                </a:solidFill>
                <a:latin typeface="Pretendard"/>
                <a:ea typeface="Pretendard"/>
                <a:cs typeface="Pretendard"/>
              </a:rPr>
              <a:t>문장별 검토에서 doesn’t를 제안</a:t>
            </a:r>
          </a:p>
        </p:txBody>
      </p:sp>
      <p:sp>
        <p:nvSpPr>
          <p:cNvPr id="13" name="구분선">
            <a:extLst>
              <a:ext uri="{FF2B5EF4-FFF2-40B4-BE49-F238E27FC236}">
                <a16:creationId xmlns:a16="http://schemas.microsoft.com/office/drawing/2014/main" id="{4A9A8886-E198-47E3-9F7C-4C357C2BFBFA}"/>
              </a:ext>
            </a:extLst>
          </p:cNvPr>
          <p:cNvSpPr>
            <a:spLocks noGrp="1"/>
          </p:cNvSpPr>
          <p:nvPr/>
        </p:nvSpPr>
        <p:spPr>
          <a:xfrm>
            <a:off x="412750" y="6364288"/>
            <a:ext cx="11366500" cy="6350"/>
          </a:xfrm>
          <a:prstGeom prst="rect">
            <a:avLst/>
          </a:prstGeom>
          <a:solidFill>
            <a:srgbClr val="E3E3E3"/>
          </a:solidFill>
          <a:ln w="0">
            <a:noFill/>
          </a:ln>
        </p:spPr>
        <p:txBody>
          <a:bodyPr/>
          <a:lstStyle/>
          <a:p>
            <a:endParaRPr lang="ko-KR" altLang="en-US"/>
          </a:p>
        </p:txBody>
      </p:sp>
    </p:spTree>
    <p:extLst>
      <p:ext uri="{BB962C8B-B14F-4D97-AF65-F5344CB8AC3E}">
        <p14:creationId xmlns:p14="http://schemas.microsoft.com/office/powerpoint/2010/main" val="10731485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6FF"/>
        </a:solidFill>
        <a:effectLst/>
      </p:bgPr>
    </p:bg>
    <p:spTree>
      <p:nvGrpSpPr>
        <p:cNvPr id="1" name=""/>
        <p:cNvGrpSpPr/>
        <p:nvPr/>
      </p:nvGrpSpPr>
      <p:grpSpPr>
        <a:xfrm>
          <a:off x="0" y="0"/>
          <a:ext cx="0" cy="0"/>
          <a:chOff x="0" y="0"/>
          <a:chExt cx="0" cy="0"/>
        </a:xfrm>
      </p:grpSpPr>
      <p:cxnSp>
        <p:nvCxnSpPr>
          <p:cNvPr id="25" name="직선 화살표 연결선 24">
            <a:extLst>
              <a:ext uri="{FF2B5EF4-FFF2-40B4-BE49-F238E27FC236}">
                <a16:creationId xmlns:a16="http://schemas.microsoft.com/office/drawing/2014/main" id="{F37C290B-17B4-4B86-9A08-92F1BF10BB7B}"/>
              </a:ext>
            </a:extLst>
          </p:cNvPr>
          <p:cNvCxnSpPr>
            <a:cxnSpLocks/>
          </p:cNvCxnSpPr>
          <p:nvPr/>
        </p:nvCxnSpPr>
        <p:spPr>
          <a:xfrm>
            <a:off x="8264821" y="4691063"/>
            <a:ext cx="561975" cy="0"/>
          </a:xfrm>
          <a:prstGeom prst="straightConnector1">
            <a:avLst/>
          </a:prstGeom>
          <a:ln w="19050">
            <a:solidFill>
              <a:srgbClr val="DCCCFF"/>
            </a:solidFill>
            <a:tailEnd type="triangle" w="sm" len="sm"/>
          </a:ln>
        </p:spPr>
      </p:cxnSp>
      <p:cxnSp>
        <p:nvCxnSpPr>
          <p:cNvPr id="22" name="직선 화살표 연결선 21">
            <a:extLst>
              <a:ext uri="{FF2B5EF4-FFF2-40B4-BE49-F238E27FC236}">
                <a16:creationId xmlns:a16="http://schemas.microsoft.com/office/drawing/2014/main" id="{E5204FB0-537D-45F2-8EF4-CBD74D8D7C2A}"/>
              </a:ext>
            </a:extLst>
          </p:cNvPr>
          <p:cNvCxnSpPr>
            <a:cxnSpLocks/>
          </p:cNvCxnSpPr>
          <p:nvPr/>
        </p:nvCxnSpPr>
        <p:spPr>
          <a:xfrm>
            <a:off x="5369221" y="4691063"/>
            <a:ext cx="561975" cy="0"/>
          </a:xfrm>
          <a:prstGeom prst="straightConnector1">
            <a:avLst/>
          </a:prstGeom>
          <a:ln w="19050">
            <a:solidFill>
              <a:srgbClr val="DCCCFF"/>
            </a:solidFill>
            <a:tailEnd type="triangle" w="sm" len="sm"/>
          </a:ln>
        </p:spPr>
      </p:cxnSp>
      <p:cxnSp>
        <p:nvCxnSpPr>
          <p:cNvPr id="19" name="직선 화살표 연결선 18">
            <a:extLst>
              <a:ext uri="{FF2B5EF4-FFF2-40B4-BE49-F238E27FC236}">
                <a16:creationId xmlns:a16="http://schemas.microsoft.com/office/drawing/2014/main" id="{400835A3-DB62-42ED-B5E4-699AC088DFAF}"/>
              </a:ext>
            </a:extLst>
          </p:cNvPr>
          <p:cNvCxnSpPr>
            <a:cxnSpLocks/>
          </p:cNvCxnSpPr>
          <p:nvPr/>
        </p:nvCxnSpPr>
        <p:spPr>
          <a:xfrm>
            <a:off x="2473621" y="4691063"/>
            <a:ext cx="561975" cy="0"/>
          </a:xfrm>
          <a:prstGeom prst="straightConnector1">
            <a:avLst/>
          </a:prstGeom>
          <a:ln w="19050">
            <a:solidFill>
              <a:srgbClr val="DCCCFF"/>
            </a:solidFill>
            <a:tailEnd type="triangle" w="sm" len="sm"/>
          </a:ln>
        </p:spPr>
      </p:cxnSp>
      <p:cxnSp>
        <p:nvCxnSpPr>
          <p:cNvPr id="14" name="직선 화살표 연결선 13">
            <a:extLst>
              <a:ext uri="{FF2B5EF4-FFF2-40B4-BE49-F238E27FC236}">
                <a16:creationId xmlns:a16="http://schemas.microsoft.com/office/drawing/2014/main" id="{B68D4298-A5C4-41C4-A747-FA6A5A3E95F0}"/>
              </a:ext>
            </a:extLst>
          </p:cNvPr>
          <p:cNvCxnSpPr>
            <a:cxnSpLocks/>
          </p:cNvCxnSpPr>
          <p:nvPr/>
        </p:nvCxnSpPr>
        <p:spPr>
          <a:xfrm>
            <a:off x="8264821" y="2528888"/>
            <a:ext cx="561975" cy="0"/>
          </a:xfrm>
          <a:prstGeom prst="straightConnector1">
            <a:avLst/>
          </a:prstGeom>
          <a:ln w="19050">
            <a:solidFill>
              <a:srgbClr val="DCCCFF"/>
            </a:solidFill>
            <a:tailEnd type="triangle" w="sm" len="sm"/>
          </a:ln>
        </p:spPr>
      </p:cxnSp>
      <p:cxnSp>
        <p:nvCxnSpPr>
          <p:cNvPr id="11" name="직선 화살표 연결선 10">
            <a:extLst>
              <a:ext uri="{FF2B5EF4-FFF2-40B4-BE49-F238E27FC236}">
                <a16:creationId xmlns:a16="http://schemas.microsoft.com/office/drawing/2014/main" id="{4D02A0CA-2602-44A3-8271-7614435BC56C}"/>
              </a:ext>
            </a:extLst>
          </p:cNvPr>
          <p:cNvCxnSpPr>
            <a:cxnSpLocks/>
          </p:cNvCxnSpPr>
          <p:nvPr/>
        </p:nvCxnSpPr>
        <p:spPr>
          <a:xfrm>
            <a:off x="5369221" y="2528888"/>
            <a:ext cx="561975" cy="0"/>
          </a:xfrm>
          <a:prstGeom prst="straightConnector1">
            <a:avLst/>
          </a:prstGeom>
          <a:ln w="19050">
            <a:solidFill>
              <a:srgbClr val="DCCCFF"/>
            </a:solidFill>
            <a:tailEnd type="triangle" w="sm" len="sm"/>
          </a:ln>
        </p:spPr>
      </p:cxnSp>
      <p:cxnSp>
        <p:nvCxnSpPr>
          <p:cNvPr id="8" name="직선 화살표 연결선 7">
            <a:extLst>
              <a:ext uri="{FF2B5EF4-FFF2-40B4-BE49-F238E27FC236}">
                <a16:creationId xmlns:a16="http://schemas.microsoft.com/office/drawing/2014/main" id="{9F72622D-62B1-4F0D-833B-14F30AEA056D}"/>
              </a:ext>
            </a:extLst>
          </p:cNvPr>
          <p:cNvCxnSpPr>
            <a:cxnSpLocks/>
          </p:cNvCxnSpPr>
          <p:nvPr/>
        </p:nvCxnSpPr>
        <p:spPr>
          <a:xfrm>
            <a:off x="2473621" y="2528888"/>
            <a:ext cx="561975" cy="0"/>
          </a:xfrm>
          <a:prstGeom prst="straightConnector1">
            <a:avLst/>
          </a:prstGeom>
          <a:ln w="19050">
            <a:solidFill>
              <a:srgbClr val="DCCCFF"/>
            </a:solidFill>
            <a:tailEnd type="triangle" w="sm" len="sm"/>
          </a:ln>
        </p:spPr>
      </p:cxnSp>
      <p:sp>
        <p:nvSpPr>
          <p:cNvPr id="33" name="text-26">
            <a:extLst>
              <a:ext uri="{FF2B5EF4-FFF2-40B4-BE49-F238E27FC236}">
                <a16:creationId xmlns:a16="http://schemas.microsoft.com/office/drawing/2014/main" id="{4BECCC70-EBB7-47E3-8A75-892777499D73}"/>
              </a:ext>
            </a:extLst>
          </p:cNvPr>
          <p:cNvSpPr>
            <a:spLocks noGrp="1"/>
          </p:cNvSpPr>
          <p:nvPr/>
        </p:nvSpPr>
        <p:spPr>
          <a:xfrm>
            <a:off x="533400" y="400050"/>
            <a:ext cx="11125200" cy="266700"/>
          </a:xfrm>
          <a:prstGeom prst="rect">
            <a:avLst/>
          </a:prstGeom>
          <a:noFill/>
          <a:ln w="0">
            <a:noFill/>
          </a:ln>
        </p:spPr>
        <p:txBody>
          <a:bodyPr wrap="square" lIns="0" tIns="0" rIns="0" bIns="0" anchor="t">
            <a:noAutofit/>
          </a:bodyPr>
          <a:lstStyle>
            <a:defPPr>
              <a:defRPr sz="1425" b="1">
                <a:solidFill>
                  <a:srgbClr val="5431A6"/>
                </a:solidFill>
                <a:latin typeface="Pretendard"/>
                <a:ea typeface="Pretendard"/>
                <a:cs typeface="Pretendard"/>
              </a:defRPr>
            </a:defPPr>
          </a:lstStyle>
          <a:p>
            <a:pPr>
              <a:lnSpc>
                <a:spcPct val="112000"/>
              </a:lnSpc>
              <a:buNone/>
              <a:defRPr sz="1425" b="1">
                <a:solidFill>
                  <a:srgbClr val="5431A6"/>
                </a:solidFill>
                <a:latin typeface="Pretendard"/>
                <a:ea typeface="Pretendard"/>
                <a:cs typeface="Pretendard"/>
              </a:defRPr>
            </a:pPr>
            <a:r>
              <a:rPr sz="1425" b="1">
                <a:solidFill>
                  <a:srgbClr val="5431A6"/>
                </a:solidFill>
                <a:latin typeface="Pretendard"/>
                <a:ea typeface="Pretendard"/>
                <a:cs typeface="Pretendard"/>
              </a:rPr>
              <a:t>기술 · Decisions API / gpt-6-luna</a:t>
            </a:r>
          </a:p>
        </p:txBody>
      </p:sp>
      <p:sp>
        <p:nvSpPr>
          <p:cNvPr id="2" name="text-27">
            <a:extLst>
              <a:ext uri="{FF2B5EF4-FFF2-40B4-BE49-F238E27FC236}">
                <a16:creationId xmlns:a16="http://schemas.microsoft.com/office/drawing/2014/main" id="{CB7DA946-AF11-45DF-B51C-9454663773A9}"/>
              </a:ext>
            </a:extLst>
          </p:cNvPr>
          <p:cNvSpPr>
            <a:spLocks noGrp="1"/>
          </p:cNvSpPr>
          <p:nvPr/>
        </p:nvSpPr>
        <p:spPr>
          <a:xfrm>
            <a:off x="533400" y="819150"/>
            <a:ext cx="11125200" cy="609600"/>
          </a:xfrm>
          <a:prstGeom prst="rect">
            <a:avLst/>
          </a:prstGeom>
          <a:noFill/>
          <a:ln w="0">
            <a:noFill/>
          </a:ln>
        </p:spPr>
        <p:txBody>
          <a:bodyPr wrap="square" lIns="0" tIns="0" rIns="0" bIns="0" anchor="t">
            <a:noAutofit/>
          </a:bodyPr>
          <a:lstStyle>
            <a:defPPr>
              <a:defRPr sz="3225" b="1">
                <a:solidFill>
                  <a:srgbClr val="111111"/>
                </a:solidFill>
                <a:latin typeface="Pretendard"/>
                <a:ea typeface="Pretendard"/>
                <a:cs typeface="Pretendard"/>
              </a:defRPr>
            </a:defPPr>
          </a:lstStyle>
          <a:p>
            <a:pPr>
              <a:lnSpc>
                <a:spcPct val="112000"/>
              </a:lnSpc>
              <a:buNone/>
              <a:defRPr sz="3225" b="1">
                <a:solidFill>
                  <a:srgbClr val="111111"/>
                </a:solidFill>
                <a:latin typeface="Pretendard"/>
                <a:ea typeface="Pretendard"/>
                <a:cs typeface="Pretendard"/>
              </a:defRPr>
            </a:pPr>
            <a:r>
              <a:rPr sz="3225" b="1">
                <a:solidFill>
                  <a:srgbClr val="111111"/>
                </a:solidFill>
                <a:latin typeface="Pretendard"/>
                <a:ea typeface="Pretendard"/>
                <a:cs typeface="Pretendard"/>
              </a:rPr>
              <a:t>AI의 분류와 서버의 실행 검사</a:t>
            </a:r>
          </a:p>
        </p:txBody>
      </p:sp>
      <p:sp>
        <p:nvSpPr>
          <p:cNvPr id="3" name="text-28">
            <a:extLst>
              <a:ext uri="{FF2B5EF4-FFF2-40B4-BE49-F238E27FC236}">
                <a16:creationId xmlns:a16="http://schemas.microsoft.com/office/drawing/2014/main" id="{0F3B8C25-97B1-412A-A23B-3F1EAF42C1BD}"/>
              </a:ext>
            </a:extLst>
          </p:cNvPr>
          <p:cNvSpPr>
            <a:spLocks noGrp="1"/>
          </p:cNvSpPr>
          <p:nvPr/>
        </p:nvSpPr>
        <p:spPr>
          <a:xfrm>
            <a:off x="533400" y="1695450"/>
            <a:ext cx="11125200" cy="361950"/>
          </a:xfrm>
          <a:prstGeom prst="rect">
            <a:avLst/>
          </a:prstGeom>
          <a:noFill/>
          <a:ln w="0">
            <a:noFill/>
          </a:ln>
        </p:spPr>
        <p:txBody>
          <a:bodyPr wrap="square" lIns="0" tIns="0" rIns="0" bIns="0" anchor="t">
            <a:noAutofit/>
          </a:bodyPr>
          <a:lstStyle>
            <a:defPPr>
              <a:defRPr sz="2325" b="1">
                <a:solidFill>
                  <a:srgbClr val="5431A6"/>
                </a:solidFill>
                <a:latin typeface="Pretendard"/>
                <a:ea typeface="Pretendard"/>
                <a:cs typeface="Pretendard"/>
              </a:defRPr>
            </a:defPPr>
          </a:lstStyle>
          <a:p>
            <a:pPr>
              <a:lnSpc>
                <a:spcPct val="112000"/>
              </a:lnSpc>
              <a:buNone/>
              <a:defRPr sz="2325" b="1">
                <a:solidFill>
                  <a:srgbClr val="5431A6"/>
                </a:solidFill>
                <a:latin typeface="Pretendard"/>
                <a:ea typeface="Pretendard"/>
                <a:cs typeface="Pretendard"/>
              </a:defRPr>
            </a:pPr>
            <a:r>
              <a:rPr sz="2325" b="1">
                <a:solidFill>
                  <a:srgbClr val="5431A6"/>
                </a:solidFill>
                <a:latin typeface="Pretendard"/>
                <a:ea typeface="Pretendard"/>
                <a:cs typeface="Pretendard"/>
              </a:rPr>
              <a:t>발화 묶음과 문장 저장</a:t>
            </a:r>
          </a:p>
        </p:txBody>
      </p:sp>
      <p:sp>
        <p:nvSpPr>
          <p:cNvPr id="4" name="text-29">
            <a:extLst>
              <a:ext uri="{FF2B5EF4-FFF2-40B4-BE49-F238E27FC236}">
                <a16:creationId xmlns:a16="http://schemas.microsoft.com/office/drawing/2014/main" id="{0046D132-6879-476C-94C2-F0E6A24D0128}"/>
              </a:ext>
            </a:extLst>
          </p:cNvPr>
          <p:cNvSpPr>
            <a:spLocks noGrp="1"/>
          </p:cNvSpPr>
          <p:nvPr/>
        </p:nvSpPr>
        <p:spPr>
          <a:xfrm>
            <a:off x="533400" y="2352675"/>
            <a:ext cx="2333625" cy="352425"/>
          </a:xfrm>
          <a:prstGeom prst="rect">
            <a:avLst/>
          </a:prstGeom>
          <a:noFill/>
          <a:ln w="0">
            <a:noFill/>
          </a:ln>
        </p:spPr>
        <p:txBody>
          <a:bodyPr wrap="square" lIns="0" tIns="0" rIns="0" bIns="0" anchor="t">
            <a:noAutofit/>
          </a:bodyPr>
          <a:lstStyle>
            <a:defPPr>
              <a:defRPr sz="2100" b="1">
                <a:solidFill>
                  <a:srgbClr val="111111"/>
                </a:solidFill>
                <a:latin typeface="Pretendard"/>
                <a:ea typeface="Pretendard"/>
                <a:cs typeface="Pretendard"/>
              </a:defRPr>
            </a:defPPr>
          </a:lstStyle>
          <a:p>
            <a:pPr>
              <a:lnSpc>
                <a:spcPct val="112000"/>
              </a:lnSpc>
              <a:buNone/>
              <a:defRPr sz="2100" b="1">
                <a:solidFill>
                  <a:srgbClr val="111111"/>
                </a:solidFill>
                <a:latin typeface="Pretendard"/>
                <a:ea typeface="Pretendard"/>
                <a:cs typeface="Pretendard"/>
              </a:defRPr>
            </a:pPr>
            <a:r>
              <a:rPr sz="2100" b="1">
                <a:solidFill>
                  <a:srgbClr val="111111"/>
                </a:solidFill>
                <a:latin typeface="Pretendard"/>
                <a:ea typeface="Pretendard"/>
                <a:cs typeface="Pretendard"/>
              </a:rPr>
              <a:t>같은 화자·맥락</a:t>
            </a:r>
          </a:p>
        </p:txBody>
      </p:sp>
      <p:sp>
        <p:nvSpPr>
          <p:cNvPr id="5" name="text-30">
            <a:extLst>
              <a:ext uri="{FF2B5EF4-FFF2-40B4-BE49-F238E27FC236}">
                <a16:creationId xmlns:a16="http://schemas.microsoft.com/office/drawing/2014/main" id="{1550D932-79FA-45F1-BAF6-95AA76E7F352}"/>
              </a:ext>
            </a:extLst>
          </p:cNvPr>
          <p:cNvSpPr>
            <a:spLocks noGrp="1"/>
          </p:cNvSpPr>
          <p:nvPr/>
        </p:nvSpPr>
        <p:spPr>
          <a:xfrm>
            <a:off x="533400" y="2838450"/>
            <a:ext cx="2609850" cy="581025"/>
          </a:xfrm>
          <a:prstGeom prst="rect">
            <a:avLst/>
          </a:prstGeom>
          <a:noFill/>
          <a:ln w="0">
            <a:noFill/>
          </a:ln>
        </p:spPr>
        <p:txBody>
          <a:bodyPr wrap="square" lIns="0" tIns="0" rIns="0" bIns="0" anchor="t">
            <a:noAutofit/>
          </a:bodyPr>
          <a:lstStyle>
            <a:defPPr>
              <a:defRPr sz="1725" b="0">
                <a:solidFill>
                  <a:srgbClr val="5D5D5D"/>
                </a:solidFill>
                <a:latin typeface="Pretendard"/>
                <a:ea typeface="Pretendard"/>
                <a:cs typeface="Pretendard"/>
              </a:defRPr>
            </a:defPPr>
          </a:lstStyle>
          <a:p>
            <a:pPr>
              <a:lnSpc>
                <a:spcPct val="112000"/>
              </a:lnSpc>
              <a:buNone/>
              <a:defRPr sz="1725" b="0">
                <a:solidFill>
                  <a:srgbClr val="5D5D5D"/>
                </a:solidFill>
                <a:latin typeface="Pretendard"/>
                <a:ea typeface="Pretendard"/>
                <a:cs typeface="Pretendard"/>
              </a:defRPr>
            </a:pPr>
            <a:r>
              <a:rPr sz="1725" b="0">
                <a:solidFill>
                  <a:srgbClr val="5D5D5D"/>
                </a:solidFill>
                <a:latin typeface="Pretendard"/>
                <a:ea typeface="Pretendard"/>
                <a:cs typeface="Pretendard"/>
              </a:rPr>
              <a:t>전사와 침묵 시간</a:t>
            </a:r>
          </a:p>
        </p:txBody>
      </p:sp>
      <p:sp>
        <p:nvSpPr>
          <p:cNvPr id="6" name="text-31">
            <a:extLst>
              <a:ext uri="{FF2B5EF4-FFF2-40B4-BE49-F238E27FC236}">
                <a16:creationId xmlns:a16="http://schemas.microsoft.com/office/drawing/2014/main" id="{5C52609D-80EE-4044-A348-8EFBBF91617E}"/>
              </a:ext>
            </a:extLst>
          </p:cNvPr>
          <p:cNvSpPr>
            <a:spLocks noGrp="1"/>
          </p:cNvSpPr>
          <p:nvPr/>
        </p:nvSpPr>
        <p:spPr>
          <a:xfrm>
            <a:off x="3429000" y="2352675"/>
            <a:ext cx="2333625" cy="352425"/>
          </a:xfrm>
          <a:prstGeom prst="rect">
            <a:avLst/>
          </a:prstGeom>
          <a:noFill/>
          <a:ln w="0">
            <a:noFill/>
          </a:ln>
        </p:spPr>
        <p:txBody>
          <a:bodyPr wrap="square" lIns="0" tIns="0" rIns="0" bIns="0" anchor="t">
            <a:noAutofit/>
          </a:bodyPr>
          <a:lstStyle>
            <a:defPPr>
              <a:defRPr sz="2100" b="1">
                <a:solidFill>
                  <a:srgbClr val="111111"/>
                </a:solidFill>
                <a:latin typeface="Pretendard"/>
                <a:ea typeface="Pretendard"/>
                <a:cs typeface="Pretendard"/>
              </a:defRPr>
            </a:defPPr>
          </a:lstStyle>
          <a:p>
            <a:pPr>
              <a:lnSpc>
                <a:spcPct val="112000"/>
              </a:lnSpc>
              <a:buNone/>
              <a:defRPr sz="2100" b="1">
                <a:solidFill>
                  <a:srgbClr val="111111"/>
                </a:solidFill>
                <a:latin typeface="Pretendard"/>
                <a:ea typeface="Pretendard"/>
                <a:cs typeface="Pretendard"/>
              </a:defRPr>
            </a:pPr>
            <a:r>
              <a:rPr sz="2100" b="1">
                <a:solidFill>
                  <a:srgbClr val="111111"/>
                </a:solidFill>
                <a:latin typeface="Pretendard"/>
                <a:ea typeface="Pretendard"/>
                <a:cs typeface="Pretendard"/>
              </a:rPr>
              <a:t>Decisions</a:t>
            </a:r>
          </a:p>
        </p:txBody>
      </p:sp>
      <p:sp>
        <p:nvSpPr>
          <p:cNvPr id="7" name="text-32">
            <a:extLst>
              <a:ext uri="{FF2B5EF4-FFF2-40B4-BE49-F238E27FC236}">
                <a16:creationId xmlns:a16="http://schemas.microsoft.com/office/drawing/2014/main" id="{689AB9CB-0FEA-4EAB-9424-D432F47F6701}"/>
              </a:ext>
            </a:extLst>
          </p:cNvPr>
          <p:cNvSpPr>
            <a:spLocks noGrp="1"/>
          </p:cNvSpPr>
          <p:nvPr/>
        </p:nvSpPr>
        <p:spPr>
          <a:xfrm>
            <a:off x="3429000" y="2838450"/>
            <a:ext cx="2609850" cy="581025"/>
          </a:xfrm>
          <a:prstGeom prst="rect">
            <a:avLst/>
          </a:prstGeom>
          <a:noFill/>
          <a:ln w="0">
            <a:noFill/>
          </a:ln>
        </p:spPr>
        <p:txBody>
          <a:bodyPr wrap="square" lIns="0" tIns="0" rIns="0" bIns="0" anchor="t">
            <a:noAutofit/>
          </a:bodyPr>
          <a:lstStyle>
            <a:defPPr>
              <a:defRPr sz="1725" b="0">
                <a:solidFill>
                  <a:srgbClr val="5D5D5D"/>
                </a:solidFill>
                <a:latin typeface="Pretendard"/>
                <a:ea typeface="Pretendard"/>
                <a:cs typeface="Pretendard"/>
              </a:defRPr>
            </a:defPPr>
          </a:lstStyle>
          <a:p>
            <a:pPr>
              <a:lnSpc>
                <a:spcPct val="112000"/>
              </a:lnSpc>
              <a:buNone/>
              <a:defRPr sz="1725" b="0">
                <a:solidFill>
                  <a:srgbClr val="5D5D5D"/>
                </a:solidFill>
                <a:latin typeface="Pretendard"/>
                <a:ea typeface="Pretendard"/>
                <a:cs typeface="Pretendard"/>
              </a:defRPr>
            </a:pPr>
            <a:r>
              <a:rPr sz="1725" b="0">
                <a:solidFill>
                  <a:srgbClr val="5D5D5D"/>
                </a:solidFill>
                <a:latin typeface="Pretendard"/>
                <a:ea typeface="Pretendard"/>
                <a:cs typeface="Pretendard"/>
              </a:rPr>
              <a:t>완료 / 계속 / 불확실</a:t>
            </a:r>
          </a:p>
        </p:txBody>
      </p:sp>
      <p:sp>
        <p:nvSpPr>
          <p:cNvPr id="9" name="text-33">
            <a:extLst>
              <a:ext uri="{FF2B5EF4-FFF2-40B4-BE49-F238E27FC236}">
                <a16:creationId xmlns:a16="http://schemas.microsoft.com/office/drawing/2014/main" id="{D842A4FF-C92E-4C1A-A5EC-8D28F7758119}"/>
              </a:ext>
            </a:extLst>
          </p:cNvPr>
          <p:cNvSpPr>
            <a:spLocks noGrp="1"/>
          </p:cNvSpPr>
          <p:nvPr/>
        </p:nvSpPr>
        <p:spPr>
          <a:xfrm>
            <a:off x="6324600" y="2352675"/>
            <a:ext cx="2333625" cy="352425"/>
          </a:xfrm>
          <a:prstGeom prst="rect">
            <a:avLst/>
          </a:prstGeom>
          <a:noFill/>
          <a:ln w="0">
            <a:noFill/>
          </a:ln>
        </p:spPr>
        <p:txBody>
          <a:bodyPr wrap="square" lIns="0" tIns="0" rIns="0" bIns="0" anchor="t">
            <a:noAutofit/>
          </a:bodyPr>
          <a:lstStyle>
            <a:defPPr>
              <a:defRPr sz="2100" b="1">
                <a:solidFill>
                  <a:srgbClr val="111111"/>
                </a:solidFill>
                <a:latin typeface="Pretendard"/>
                <a:ea typeface="Pretendard"/>
                <a:cs typeface="Pretendard"/>
              </a:defRPr>
            </a:defPPr>
          </a:lstStyle>
          <a:p>
            <a:pPr>
              <a:lnSpc>
                <a:spcPct val="112000"/>
              </a:lnSpc>
              <a:buNone/>
              <a:defRPr sz="2100" b="1">
                <a:solidFill>
                  <a:srgbClr val="111111"/>
                </a:solidFill>
                <a:latin typeface="Pretendard"/>
                <a:ea typeface="Pretendard"/>
                <a:cs typeface="Pretendard"/>
              </a:defRPr>
            </a:pPr>
            <a:r>
              <a:rPr sz="2100" b="1">
                <a:solidFill>
                  <a:srgbClr val="111111"/>
                </a:solidFill>
                <a:latin typeface="Pretendard"/>
                <a:ea typeface="Pretendard"/>
                <a:cs typeface="Pretendard"/>
              </a:rPr>
              <a:t>Responses</a:t>
            </a:r>
          </a:p>
        </p:txBody>
      </p:sp>
      <p:sp>
        <p:nvSpPr>
          <p:cNvPr id="10" name="text-34">
            <a:extLst>
              <a:ext uri="{FF2B5EF4-FFF2-40B4-BE49-F238E27FC236}">
                <a16:creationId xmlns:a16="http://schemas.microsoft.com/office/drawing/2014/main" id="{5CB72419-177B-44C9-8461-7D3F6A2F5774}"/>
              </a:ext>
            </a:extLst>
          </p:cNvPr>
          <p:cNvSpPr>
            <a:spLocks noGrp="1"/>
          </p:cNvSpPr>
          <p:nvPr/>
        </p:nvSpPr>
        <p:spPr>
          <a:xfrm>
            <a:off x="6324600" y="2838450"/>
            <a:ext cx="2609850" cy="581025"/>
          </a:xfrm>
          <a:prstGeom prst="rect">
            <a:avLst/>
          </a:prstGeom>
          <a:noFill/>
          <a:ln w="0">
            <a:noFill/>
          </a:ln>
        </p:spPr>
        <p:txBody>
          <a:bodyPr wrap="square" lIns="0" tIns="0" rIns="0" bIns="0" anchor="t">
            <a:noAutofit/>
          </a:bodyPr>
          <a:lstStyle>
            <a:defPPr>
              <a:defRPr sz="1725" b="0">
                <a:solidFill>
                  <a:srgbClr val="5D5D5D"/>
                </a:solidFill>
                <a:latin typeface="Pretendard"/>
                <a:ea typeface="Pretendard"/>
                <a:cs typeface="Pretendard"/>
              </a:defRPr>
            </a:defPPr>
          </a:lstStyle>
          <a:p>
            <a:pPr>
              <a:lnSpc>
                <a:spcPct val="112000"/>
              </a:lnSpc>
              <a:buNone/>
              <a:defRPr sz="1725" b="0">
                <a:solidFill>
                  <a:srgbClr val="5D5D5D"/>
                </a:solidFill>
                <a:latin typeface="Pretendard"/>
                <a:ea typeface="Pretendard"/>
                <a:cs typeface="Pretendard"/>
              </a:defRPr>
            </a:pPr>
            <a:r>
              <a:rPr sz="1725" b="0">
                <a:solidFill>
                  <a:srgbClr val="5D5D5D"/>
                </a:solidFill>
                <a:latin typeface="Pretendard"/>
                <a:ea typeface="Pretendard"/>
                <a:cs typeface="Pretendard"/>
              </a:rPr>
              <a:t>주제 마감 후 문장 분할</a:t>
            </a:r>
          </a:p>
        </p:txBody>
      </p:sp>
      <p:sp>
        <p:nvSpPr>
          <p:cNvPr id="12" name="text-35">
            <a:extLst>
              <a:ext uri="{FF2B5EF4-FFF2-40B4-BE49-F238E27FC236}">
                <a16:creationId xmlns:a16="http://schemas.microsoft.com/office/drawing/2014/main" id="{FAFFE580-64B3-403B-A561-E9E66BC8C4CF}"/>
              </a:ext>
            </a:extLst>
          </p:cNvPr>
          <p:cNvSpPr>
            <a:spLocks noGrp="1"/>
          </p:cNvSpPr>
          <p:nvPr/>
        </p:nvSpPr>
        <p:spPr>
          <a:xfrm>
            <a:off x="9220200" y="2352675"/>
            <a:ext cx="2333625" cy="352425"/>
          </a:xfrm>
          <a:prstGeom prst="rect">
            <a:avLst/>
          </a:prstGeom>
          <a:noFill/>
          <a:ln w="0">
            <a:noFill/>
          </a:ln>
        </p:spPr>
        <p:txBody>
          <a:bodyPr wrap="square" lIns="0" tIns="0" rIns="0" bIns="0" anchor="t">
            <a:noAutofit/>
          </a:bodyPr>
          <a:lstStyle>
            <a:defPPr>
              <a:defRPr sz="2100" b="1">
                <a:solidFill>
                  <a:srgbClr val="106F57"/>
                </a:solidFill>
                <a:latin typeface="Pretendard"/>
                <a:ea typeface="Pretendard"/>
                <a:cs typeface="Pretendard"/>
              </a:defRPr>
            </a:defPPr>
          </a:lstStyle>
          <a:p>
            <a:pPr>
              <a:lnSpc>
                <a:spcPct val="112000"/>
              </a:lnSpc>
              <a:buNone/>
              <a:defRPr sz="2100" b="1">
                <a:solidFill>
                  <a:srgbClr val="106F57"/>
                </a:solidFill>
                <a:latin typeface="Pretendard"/>
                <a:ea typeface="Pretendard"/>
                <a:cs typeface="Pretendard"/>
              </a:defRPr>
            </a:pPr>
            <a:r>
              <a:rPr sz="2100" b="1">
                <a:solidFill>
                  <a:srgbClr val="106F57"/>
                </a:solidFill>
                <a:latin typeface="Pretendard"/>
                <a:ea typeface="Pretendard"/>
                <a:cs typeface="Pretendard"/>
              </a:rPr>
              <a:t>서버 검증·저장</a:t>
            </a:r>
          </a:p>
        </p:txBody>
      </p:sp>
      <p:sp>
        <p:nvSpPr>
          <p:cNvPr id="13" name="text-36">
            <a:extLst>
              <a:ext uri="{FF2B5EF4-FFF2-40B4-BE49-F238E27FC236}">
                <a16:creationId xmlns:a16="http://schemas.microsoft.com/office/drawing/2014/main" id="{392A70BA-6F71-484E-BCF5-E1BB6AFF5EDD}"/>
              </a:ext>
            </a:extLst>
          </p:cNvPr>
          <p:cNvSpPr>
            <a:spLocks noGrp="1"/>
          </p:cNvSpPr>
          <p:nvPr/>
        </p:nvSpPr>
        <p:spPr>
          <a:xfrm>
            <a:off x="9220200" y="2838450"/>
            <a:ext cx="2609850" cy="581025"/>
          </a:xfrm>
          <a:prstGeom prst="rect">
            <a:avLst/>
          </a:prstGeom>
          <a:noFill/>
          <a:ln w="0">
            <a:noFill/>
          </a:ln>
        </p:spPr>
        <p:txBody>
          <a:bodyPr wrap="square" lIns="0" tIns="0" rIns="0" bIns="0" anchor="t">
            <a:noAutofit/>
          </a:bodyPr>
          <a:lstStyle>
            <a:defPPr>
              <a:defRPr sz="1725" b="0">
                <a:solidFill>
                  <a:srgbClr val="5D5D5D"/>
                </a:solidFill>
                <a:latin typeface="Pretendard"/>
                <a:ea typeface="Pretendard"/>
                <a:cs typeface="Pretendard"/>
              </a:defRPr>
            </a:defPPr>
          </a:lstStyle>
          <a:p>
            <a:pPr>
              <a:lnSpc>
                <a:spcPct val="112000"/>
              </a:lnSpc>
              <a:buNone/>
              <a:defRPr sz="1725" b="0">
                <a:solidFill>
                  <a:srgbClr val="5D5D5D"/>
                </a:solidFill>
                <a:latin typeface="Pretendard"/>
                <a:ea typeface="Pretendard"/>
                <a:cs typeface="Pretendard"/>
              </a:defRPr>
            </a:pPr>
            <a:r>
              <a:rPr sz="1725" b="0">
                <a:solidFill>
                  <a:srgbClr val="5D5D5D"/>
                </a:solidFill>
                <a:latin typeface="Pretendard"/>
                <a:ea typeface="Pretendard"/>
                <a:cs typeface="Pretendard"/>
              </a:rPr>
              <a:t>출처·순서·누락·화자</a:t>
            </a:r>
          </a:p>
        </p:txBody>
      </p:sp>
      <p:sp>
        <p:nvSpPr>
          <p:cNvPr id="15" name="text-37">
            <a:extLst>
              <a:ext uri="{FF2B5EF4-FFF2-40B4-BE49-F238E27FC236}">
                <a16:creationId xmlns:a16="http://schemas.microsoft.com/office/drawing/2014/main" id="{CD6A89B0-ADAE-4235-B3A3-726BB48AE277}"/>
              </a:ext>
            </a:extLst>
          </p:cNvPr>
          <p:cNvSpPr>
            <a:spLocks noGrp="1"/>
          </p:cNvSpPr>
          <p:nvPr/>
        </p:nvSpPr>
        <p:spPr>
          <a:xfrm>
            <a:off x="533400" y="4514850"/>
            <a:ext cx="2333625" cy="352425"/>
          </a:xfrm>
          <a:prstGeom prst="rect">
            <a:avLst/>
          </a:prstGeom>
          <a:noFill/>
          <a:ln w="0">
            <a:noFill/>
          </a:ln>
        </p:spPr>
        <p:txBody>
          <a:bodyPr wrap="square" lIns="0" tIns="0" rIns="0" bIns="0" anchor="t">
            <a:noAutofit/>
          </a:bodyPr>
          <a:lstStyle>
            <a:defPPr>
              <a:defRPr sz="2100" b="1">
                <a:solidFill>
                  <a:srgbClr val="111111"/>
                </a:solidFill>
                <a:latin typeface="Pretendard"/>
                <a:ea typeface="Pretendard"/>
                <a:cs typeface="Pretendard"/>
              </a:defRPr>
            </a:defPPr>
          </a:lstStyle>
          <a:p>
            <a:pPr>
              <a:lnSpc>
                <a:spcPct val="112000"/>
              </a:lnSpc>
              <a:buNone/>
              <a:defRPr sz="2100" b="1">
                <a:solidFill>
                  <a:srgbClr val="111111"/>
                </a:solidFill>
                <a:latin typeface="Pretendard"/>
                <a:ea typeface="Pretendard"/>
                <a:cs typeface="Pretendard"/>
              </a:defRPr>
            </a:pPr>
            <a:r>
              <a:rPr sz="2100" b="1">
                <a:solidFill>
                  <a:srgbClr val="111111"/>
                </a:solidFill>
                <a:latin typeface="Pretendard"/>
                <a:ea typeface="Pretendard"/>
                <a:cs typeface="Pretendard"/>
              </a:rPr>
              <a:t>요청·현재 상태</a:t>
            </a:r>
          </a:p>
        </p:txBody>
      </p:sp>
      <p:sp>
        <p:nvSpPr>
          <p:cNvPr id="16" name="text-38">
            <a:extLst>
              <a:ext uri="{FF2B5EF4-FFF2-40B4-BE49-F238E27FC236}">
                <a16:creationId xmlns:a16="http://schemas.microsoft.com/office/drawing/2014/main" id="{552D6DC5-2DB7-4250-ADD6-071C9F1EC3EB}"/>
              </a:ext>
            </a:extLst>
          </p:cNvPr>
          <p:cNvSpPr>
            <a:spLocks noGrp="1"/>
          </p:cNvSpPr>
          <p:nvPr/>
        </p:nvSpPr>
        <p:spPr>
          <a:xfrm>
            <a:off x="533400" y="5000625"/>
            <a:ext cx="2609850" cy="581025"/>
          </a:xfrm>
          <a:prstGeom prst="rect">
            <a:avLst/>
          </a:prstGeom>
          <a:noFill/>
          <a:ln w="0">
            <a:noFill/>
          </a:ln>
        </p:spPr>
        <p:txBody>
          <a:bodyPr wrap="square" lIns="0" tIns="0" rIns="0" bIns="0" anchor="t">
            <a:noAutofit/>
          </a:bodyPr>
          <a:lstStyle>
            <a:defPPr>
              <a:defRPr sz="1725" b="0">
                <a:solidFill>
                  <a:srgbClr val="5D5D5D"/>
                </a:solidFill>
                <a:latin typeface="Pretendard"/>
                <a:ea typeface="Pretendard"/>
                <a:cs typeface="Pretendard"/>
              </a:defRPr>
            </a:defPPr>
          </a:lstStyle>
          <a:p>
            <a:pPr>
              <a:lnSpc>
                <a:spcPct val="112000"/>
              </a:lnSpc>
              <a:buNone/>
              <a:defRPr sz="1725" b="0">
                <a:solidFill>
                  <a:srgbClr val="5D5D5D"/>
                </a:solidFill>
                <a:latin typeface="Pretendard"/>
                <a:ea typeface="Pretendard"/>
                <a:cs typeface="Pretendard"/>
              </a:defRPr>
            </a:pPr>
            <a:r>
              <a:rPr sz="1725" b="0">
                <a:solidFill>
                  <a:srgbClr val="5D5D5D"/>
                </a:solidFill>
                <a:latin typeface="Pretendard"/>
                <a:ea typeface="Pretendard"/>
                <a:cs typeface="Pretendard"/>
              </a:rPr>
              <a:t>서버가 가능한 행동 제공</a:t>
            </a:r>
          </a:p>
        </p:txBody>
      </p:sp>
      <p:sp>
        <p:nvSpPr>
          <p:cNvPr id="17" name="text-39">
            <a:extLst>
              <a:ext uri="{FF2B5EF4-FFF2-40B4-BE49-F238E27FC236}">
                <a16:creationId xmlns:a16="http://schemas.microsoft.com/office/drawing/2014/main" id="{59C8F9A5-CC7C-450C-9CD9-E0736B85F338}"/>
              </a:ext>
            </a:extLst>
          </p:cNvPr>
          <p:cNvSpPr>
            <a:spLocks noGrp="1"/>
          </p:cNvSpPr>
          <p:nvPr/>
        </p:nvSpPr>
        <p:spPr>
          <a:xfrm>
            <a:off x="3429000" y="4514850"/>
            <a:ext cx="2333625" cy="352425"/>
          </a:xfrm>
          <a:prstGeom prst="rect">
            <a:avLst/>
          </a:prstGeom>
          <a:noFill/>
          <a:ln w="0">
            <a:noFill/>
          </a:ln>
        </p:spPr>
        <p:txBody>
          <a:bodyPr wrap="square" lIns="0" tIns="0" rIns="0" bIns="0" anchor="t">
            <a:noAutofit/>
          </a:bodyPr>
          <a:lstStyle>
            <a:defPPr>
              <a:defRPr sz="2100" b="1">
                <a:solidFill>
                  <a:srgbClr val="111111"/>
                </a:solidFill>
                <a:latin typeface="Pretendard"/>
                <a:ea typeface="Pretendard"/>
                <a:cs typeface="Pretendard"/>
              </a:defRPr>
            </a:defPPr>
          </a:lstStyle>
          <a:p>
            <a:pPr>
              <a:lnSpc>
                <a:spcPct val="112000"/>
              </a:lnSpc>
              <a:buNone/>
              <a:defRPr sz="2100" b="1">
                <a:solidFill>
                  <a:srgbClr val="111111"/>
                </a:solidFill>
                <a:latin typeface="Pretendard"/>
                <a:ea typeface="Pretendard"/>
                <a:cs typeface="Pretendard"/>
              </a:defRPr>
            </a:pPr>
            <a:r>
              <a:rPr sz="2100" b="1">
                <a:solidFill>
                  <a:srgbClr val="111111"/>
                </a:solidFill>
                <a:latin typeface="Pretendard"/>
                <a:ea typeface="Pretendard"/>
                <a:cs typeface="Pretendard"/>
              </a:rPr>
              <a:t>Decisions</a:t>
            </a:r>
          </a:p>
        </p:txBody>
      </p:sp>
      <p:sp>
        <p:nvSpPr>
          <p:cNvPr id="18" name="text-40">
            <a:extLst>
              <a:ext uri="{FF2B5EF4-FFF2-40B4-BE49-F238E27FC236}">
                <a16:creationId xmlns:a16="http://schemas.microsoft.com/office/drawing/2014/main" id="{69F64A7A-EA13-4A74-AB48-E4A5A01512E4}"/>
              </a:ext>
            </a:extLst>
          </p:cNvPr>
          <p:cNvSpPr>
            <a:spLocks noGrp="1"/>
          </p:cNvSpPr>
          <p:nvPr/>
        </p:nvSpPr>
        <p:spPr>
          <a:xfrm>
            <a:off x="3429000" y="5000625"/>
            <a:ext cx="2609850" cy="581025"/>
          </a:xfrm>
          <a:prstGeom prst="rect">
            <a:avLst/>
          </a:prstGeom>
          <a:noFill/>
          <a:ln w="0">
            <a:noFill/>
          </a:ln>
        </p:spPr>
        <p:txBody>
          <a:bodyPr wrap="square" lIns="0" tIns="0" rIns="0" bIns="0" anchor="t">
            <a:noAutofit/>
          </a:bodyPr>
          <a:lstStyle>
            <a:defPPr>
              <a:defRPr sz="1725" b="0">
                <a:solidFill>
                  <a:srgbClr val="5D5D5D"/>
                </a:solidFill>
                <a:latin typeface="Pretendard"/>
                <a:ea typeface="Pretendard"/>
                <a:cs typeface="Pretendard"/>
              </a:defRPr>
            </a:defPPr>
          </a:lstStyle>
          <a:p>
            <a:pPr>
              <a:lnSpc>
                <a:spcPct val="112000"/>
              </a:lnSpc>
              <a:buNone/>
              <a:defRPr sz="1725" b="0">
                <a:solidFill>
                  <a:srgbClr val="5D5D5D"/>
                </a:solidFill>
                <a:latin typeface="Pretendard"/>
                <a:ea typeface="Pretendard"/>
                <a:cs typeface="Pretendard"/>
              </a:defRPr>
            </a:pPr>
            <a:r>
              <a:rPr sz="1725" b="0">
                <a:solidFill>
                  <a:srgbClr val="5D5D5D"/>
                </a:solidFill>
                <a:latin typeface="Pretendard"/>
                <a:ea typeface="Pretendard"/>
                <a:cs typeface="Pretendard"/>
              </a:rPr>
              <a:t>허용된 행동 중 선택</a:t>
            </a:r>
          </a:p>
        </p:txBody>
      </p:sp>
      <p:sp>
        <p:nvSpPr>
          <p:cNvPr id="20" name="text-41">
            <a:extLst>
              <a:ext uri="{FF2B5EF4-FFF2-40B4-BE49-F238E27FC236}">
                <a16:creationId xmlns:a16="http://schemas.microsoft.com/office/drawing/2014/main" id="{9D951E3A-1BA4-48A4-870D-2B66BFCAAC0F}"/>
              </a:ext>
            </a:extLst>
          </p:cNvPr>
          <p:cNvSpPr>
            <a:spLocks noGrp="1"/>
          </p:cNvSpPr>
          <p:nvPr/>
        </p:nvSpPr>
        <p:spPr>
          <a:xfrm>
            <a:off x="6324600" y="4514850"/>
            <a:ext cx="2333625" cy="352425"/>
          </a:xfrm>
          <a:prstGeom prst="rect">
            <a:avLst/>
          </a:prstGeom>
          <a:noFill/>
          <a:ln w="0">
            <a:noFill/>
          </a:ln>
        </p:spPr>
        <p:txBody>
          <a:bodyPr wrap="square" lIns="0" tIns="0" rIns="0" bIns="0" anchor="t">
            <a:noAutofit/>
          </a:bodyPr>
          <a:lstStyle>
            <a:defPPr>
              <a:defRPr sz="2100" b="1">
                <a:solidFill>
                  <a:srgbClr val="111111"/>
                </a:solidFill>
                <a:latin typeface="Pretendard"/>
                <a:ea typeface="Pretendard"/>
                <a:cs typeface="Pretendard"/>
              </a:defRPr>
            </a:defPPr>
          </a:lstStyle>
          <a:p>
            <a:pPr>
              <a:lnSpc>
                <a:spcPct val="112000"/>
              </a:lnSpc>
              <a:buNone/>
              <a:defRPr sz="2100" b="1">
                <a:solidFill>
                  <a:srgbClr val="111111"/>
                </a:solidFill>
                <a:latin typeface="Pretendard"/>
                <a:ea typeface="Pretendard"/>
                <a:cs typeface="Pretendard"/>
              </a:defRPr>
            </a:pPr>
            <a:r>
              <a:rPr sz="2100" b="1">
                <a:solidFill>
                  <a:srgbClr val="111111"/>
                </a:solidFill>
                <a:latin typeface="Pretendard"/>
                <a:ea typeface="Pretendard"/>
                <a:cs typeface="Pretendard"/>
              </a:rPr>
              <a:t>구조화된 인자</a:t>
            </a:r>
          </a:p>
        </p:txBody>
      </p:sp>
      <p:sp>
        <p:nvSpPr>
          <p:cNvPr id="21" name="text-42">
            <a:extLst>
              <a:ext uri="{FF2B5EF4-FFF2-40B4-BE49-F238E27FC236}">
                <a16:creationId xmlns:a16="http://schemas.microsoft.com/office/drawing/2014/main" id="{5FE9B36C-9FBC-4262-B425-D2D917EB5ADC}"/>
              </a:ext>
            </a:extLst>
          </p:cNvPr>
          <p:cNvSpPr>
            <a:spLocks noGrp="1"/>
          </p:cNvSpPr>
          <p:nvPr/>
        </p:nvSpPr>
        <p:spPr>
          <a:xfrm>
            <a:off x="6324600" y="5000625"/>
            <a:ext cx="2609850" cy="581025"/>
          </a:xfrm>
          <a:prstGeom prst="rect">
            <a:avLst/>
          </a:prstGeom>
          <a:noFill/>
          <a:ln w="0">
            <a:noFill/>
          </a:ln>
        </p:spPr>
        <p:txBody>
          <a:bodyPr wrap="square" lIns="0" tIns="0" rIns="0" bIns="0" anchor="t">
            <a:noAutofit/>
          </a:bodyPr>
          <a:lstStyle>
            <a:defPPr>
              <a:defRPr sz="1725" b="0">
                <a:solidFill>
                  <a:srgbClr val="5D5D5D"/>
                </a:solidFill>
                <a:latin typeface="Pretendard"/>
                <a:ea typeface="Pretendard"/>
                <a:cs typeface="Pretendard"/>
              </a:defRPr>
            </a:defPPr>
          </a:lstStyle>
          <a:p>
            <a:pPr>
              <a:lnSpc>
                <a:spcPct val="112000"/>
              </a:lnSpc>
              <a:buNone/>
              <a:defRPr sz="1725" b="0">
                <a:solidFill>
                  <a:srgbClr val="5D5D5D"/>
                </a:solidFill>
                <a:latin typeface="Pretendard"/>
                <a:ea typeface="Pretendard"/>
                <a:cs typeface="Pretendard"/>
              </a:defRPr>
            </a:pPr>
            <a:r>
              <a:rPr sz="1725" b="0">
                <a:solidFill>
                  <a:srgbClr val="5D5D5D"/>
                </a:solidFill>
                <a:latin typeface="Pretendard"/>
                <a:ea typeface="Pretendard"/>
                <a:cs typeface="Pretendard"/>
              </a:rPr>
              <a:t>선택한 기능에 필요한 값</a:t>
            </a:r>
          </a:p>
        </p:txBody>
      </p:sp>
      <p:sp>
        <p:nvSpPr>
          <p:cNvPr id="23" name="text-43">
            <a:extLst>
              <a:ext uri="{FF2B5EF4-FFF2-40B4-BE49-F238E27FC236}">
                <a16:creationId xmlns:a16="http://schemas.microsoft.com/office/drawing/2014/main" id="{C839D84C-D559-4AD6-92F5-1C51EB5EE6DE}"/>
              </a:ext>
            </a:extLst>
          </p:cNvPr>
          <p:cNvSpPr>
            <a:spLocks noGrp="1"/>
          </p:cNvSpPr>
          <p:nvPr/>
        </p:nvSpPr>
        <p:spPr>
          <a:xfrm>
            <a:off x="9220200" y="4514850"/>
            <a:ext cx="2333625" cy="352425"/>
          </a:xfrm>
          <a:prstGeom prst="rect">
            <a:avLst/>
          </a:prstGeom>
          <a:noFill/>
          <a:ln w="0">
            <a:noFill/>
          </a:ln>
        </p:spPr>
        <p:txBody>
          <a:bodyPr wrap="square" lIns="0" tIns="0" rIns="0" bIns="0" anchor="t">
            <a:noAutofit/>
          </a:bodyPr>
          <a:lstStyle>
            <a:defPPr>
              <a:defRPr sz="2100" b="1">
                <a:solidFill>
                  <a:srgbClr val="106F57"/>
                </a:solidFill>
                <a:latin typeface="Pretendard"/>
                <a:ea typeface="Pretendard"/>
                <a:cs typeface="Pretendard"/>
              </a:defRPr>
            </a:defPPr>
          </a:lstStyle>
          <a:p>
            <a:pPr>
              <a:lnSpc>
                <a:spcPct val="112000"/>
              </a:lnSpc>
              <a:buNone/>
              <a:defRPr sz="2100" b="1">
                <a:solidFill>
                  <a:srgbClr val="106F57"/>
                </a:solidFill>
                <a:latin typeface="Pretendard"/>
                <a:ea typeface="Pretendard"/>
                <a:cs typeface="Pretendard"/>
              </a:defRPr>
            </a:pPr>
            <a:r>
              <a:rPr sz="2100" b="1">
                <a:solidFill>
                  <a:srgbClr val="106F57"/>
                </a:solidFill>
                <a:latin typeface="Pretendard"/>
                <a:ea typeface="Pretendard"/>
                <a:cs typeface="Pretendard"/>
              </a:rPr>
              <a:t>서버 실행 검사</a:t>
            </a:r>
          </a:p>
        </p:txBody>
      </p:sp>
      <p:sp>
        <p:nvSpPr>
          <p:cNvPr id="24" name="text-44">
            <a:extLst>
              <a:ext uri="{FF2B5EF4-FFF2-40B4-BE49-F238E27FC236}">
                <a16:creationId xmlns:a16="http://schemas.microsoft.com/office/drawing/2014/main" id="{B189F6CE-BFA5-4B8A-80B8-449F1738603C}"/>
              </a:ext>
            </a:extLst>
          </p:cNvPr>
          <p:cNvSpPr>
            <a:spLocks noGrp="1"/>
          </p:cNvSpPr>
          <p:nvPr/>
        </p:nvSpPr>
        <p:spPr>
          <a:xfrm>
            <a:off x="9220200" y="5000625"/>
            <a:ext cx="2609850" cy="581025"/>
          </a:xfrm>
          <a:prstGeom prst="rect">
            <a:avLst/>
          </a:prstGeom>
          <a:noFill/>
          <a:ln w="0">
            <a:noFill/>
          </a:ln>
        </p:spPr>
        <p:txBody>
          <a:bodyPr wrap="square" lIns="0" tIns="0" rIns="0" bIns="0" anchor="t">
            <a:noAutofit/>
          </a:bodyPr>
          <a:lstStyle>
            <a:defPPr>
              <a:defRPr sz="1725" b="0">
                <a:solidFill>
                  <a:srgbClr val="5D5D5D"/>
                </a:solidFill>
                <a:latin typeface="Pretendard"/>
                <a:ea typeface="Pretendard"/>
                <a:cs typeface="Pretendard"/>
              </a:defRPr>
            </a:defPPr>
          </a:lstStyle>
          <a:p>
            <a:pPr>
              <a:lnSpc>
                <a:spcPct val="112000"/>
              </a:lnSpc>
              <a:buNone/>
              <a:defRPr sz="1725" b="0">
                <a:solidFill>
                  <a:srgbClr val="5D5D5D"/>
                </a:solidFill>
                <a:latin typeface="Pretendard"/>
                <a:ea typeface="Pretendard"/>
                <a:cs typeface="Pretendard"/>
              </a:defRPr>
            </a:pPr>
            <a:r>
              <a:rPr sz="1725" b="0">
                <a:solidFill>
                  <a:srgbClr val="5D5D5D"/>
                </a:solidFill>
                <a:latin typeface="Pretendard"/>
                <a:ea typeface="Pretendard"/>
                <a:cs typeface="Pretendard"/>
              </a:rPr>
              <a:t>멤버십·소유권·버전</a:t>
            </a:r>
          </a:p>
        </p:txBody>
      </p:sp>
      <p:sp>
        <p:nvSpPr>
          <p:cNvPr id="26" name="text-45">
            <a:extLst>
              <a:ext uri="{FF2B5EF4-FFF2-40B4-BE49-F238E27FC236}">
                <a16:creationId xmlns:a16="http://schemas.microsoft.com/office/drawing/2014/main" id="{619E10B6-3519-42BE-B849-8D2666B7E940}"/>
              </a:ext>
            </a:extLst>
          </p:cNvPr>
          <p:cNvSpPr>
            <a:spLocks noGrp="1"/>
          </p:cNvSpPr>
          <p:nvPr/>
        </p:nvSpPr>
        <p:spPr>
          <a:xfrm>
            <a:off x="533400" y="3362325"/>
            <a:ext cx="11049000" cy="381000"/>
          </a:xfrm>
          <a:prstGeom prst="rect">
            <a:avLst/>
          </a:prstGeom>
          <a:noFill/>
          <a:ln w="0">
            <a:noFill/>
          </a:ln>
        </p:spPr>
        <p:txBody>
          <a:bodyPr wrap="square" lIns="0" tIns="0" rIns="0" bIns="0" anchor="t">
            <a:noAutofit/>
          </a:bodyPr>
          <a:lstStyle>
            <a:defPPr>
              <a:defRPr sz="1875" b="0">
                <a:solidFill>
                  <a:srgbClr val="5431A6"/>
                </a:solidFill>
                <a:latin typeface="Pretendard"/>
                <a:ea typeface="Pretendard"/>
                <a:cs typeface="Pretendard"/>
              </a:defRPr>
            </a:defPPr>
          </a:lstStyle>
          <a:p>
            <a:pPr>
              <a:lnSpc>
                <a:spcPct val="112000"/>
              </a:lnSpc>
              <a:buNone/>
              <a:defRPr sz="1875" b="0">
                <a:solidFill>
                  <a:srgbClr val="5431A6"/>
                </a:solidFill>
                <a:latin typeface="Pretendard"/>
                <a:ea typeface="Pretendard"/>
                <a:cs typeface="Pretendard"/>
              </a:defRPr>
            </a:pPr>
            <a:r>
              <a:rPr sz="1875" b="0">
                <a:solidFill>
                  <a:srgbClr val="5431A6"/>
                </a:solidFill>
                <a:latin typeface="Pretendard"/>
                <a:ea typeface="Pretendard"/>
                <a:cs typeface="Pretendard"/>
              </a:rPr>
              <a:t>1초 후 판단 · 완료 신뢰도 ≥ 0.85 · 최대 침묵 10초</a:t>
            </a:r>
          </a:p>
        </p:txBody>
      </p:sp>
      <p:sp>
        <p:nvSpPr>
          <p:cNvPr id="27" name="box-46">
            <a:extLst>
              <a:ext uri="{FF2B5EF4-FFF2-40B4-BE49-F238E27FC236}">
                <a16:creationId xmlns:a16="http://schemas.microsoft.com/office/drawing/2014/main" id="{4618DF7C-2D51-40BF-80D7-8FB17635989F}"/>
              </a:ext>
            </a:extLst>
          </p:cNvPr>
          <p:cNvSpPr>
            <a:spLocks noGrp="1"/>
          </p:cNvSpPr>
          <p:nvPr/>
        </p:nvSpPr>
        <p:spPr>
          <a:xfrm>
            <a:off x="533400" y="3905250"/>
            <a:ext cx="11125200" cy="14288"/>
          </a:xfrm>
          <a:prstGeom prst="rect">
            <a:avLst/>
          </a:prstGeom>
          <a:solidFill>
            <a:srgbClr val="DCCCFF"/>
          </a:solidFill>
          <a:ln w="0">
            <a:noFill/>
          </a:ln>
        </p:spPr>
        <p:txBody>
          <a:bodyPr/>
          <a:lstStyle/>
          <a:p>
            <a:endParaRPr lang="ko-KR" altLang="en-US"/>
          </a:p>
        </p:txBody>
      </p:sp>
      <p:sp>
        <p:nvSpPr>
          <p:cNvPr id="28" name="text-47">
            <a:extLst>
              <a:ext uri="{FF2B5EF4-FFF2-40B4-BE49-F238E27FC236}">
                <a16:creationId xmlns:a16="http://schemas.microsoft.com/office/drawing/2014/main" id="{D9FFF398-9D98-4929-817B-3652C511F8F5}"/>
              </a:ext>
            </a:extLst>
          </p:cNvPr>
          <p:cNvSpPr>
            <a:spLocks noGrp="1"/>
          </p:cNvSpPr>
          <p:nvPr/>
        </p:nvSpPr>
        <p:spPr>
          <a:xfrm>
            <a:off x="533400" y="4048125"/>
            <a:ext cx="11125200" cy="352425"/>
          </a:xfrm>
          <a:prstGeom prst="rect">
            <a:avLst/>
          </a:prstGeom>
          <a:noFill/>
          <a:ln w="0">
            <a:noFill/>
          </a:ln>
        </p:spPr>
        <p:txBody>
          <a:bodyPr wrap="square" lIns="0" tIns="0" rIns="0" bIns="0" anchor="t">
            <a:noAutofit/>
          </a:bodyPr>
          <a:lstStyle>
            <a:defPPr>
              <a:defRPr sz="2325" b="1">
                <a:solidFill>
                  <a:srgbClr val="5431A6"/>
                </a:solidFill>
                <a:latin typeface="Pretendard"/>
                <a:ea typeface="Pretendard"/>
                <a:cs typeface="Pretendard"/>
              </a:defRPr>
            </a:defPPr>
          </a:lstStyle>
          <a:p>
            <a:pPr>
              <a:lnSpc>
                <a:spcPct val="112000"/>
              </a:lnSpc>
              <a:buNone/>
              <a:defRPr sz="2325" b="1">
                <a:solidFill>
                  <a:srgbClr val="5431A6"/>
                </a:solidFill>
                <a:latin typeface="Pretendard"/>
                <a:ea typeface="Pretendard"/>
                <a:cs typeface="Pretendard"/>
              </a:defRPr>
            </a:pPr>
            <a:r>
              <a:rPr sz="2325" b="1">
                <a:solidFill>
                  <a:srgbClr val="5431A6"/>
                </a:solidFill>
                <a:latin typeface="Pretendard"/>
                <a:ea typeface="Pretendard"/>
                <a:cs typeface="Pretendard"/>
              </a:rPr>
              <a:t>챗봇의 행동 선택과 권한</a:t>
            </a:r>
          </a:p>
        </p:txBody>
      </p:sp>
      <p:sp>
        <p:nvSpPr>
          <p:cNvPr id="29" name="text-48">
            <a:extLst>
              <a:ext uri="{FF2B5EF4-FFF2-40B4-BE49-F238E27FC236}">
                <a16:creationId xmlns:a16="http://schemas.microsoft.com/office/drawing/2014/main" id="{CE6AE920-0755-477B-B7D3-EE6E3B1F065F}"/>
              </a:ext>
            </a:extLst>
          </p:cNvPr>
          <p:cNvSpPr>
            <a:spLocks noGrp="1"/>
          </p:cNvSpPr>
          <p:nvPr/>
        </p:nvSpPr>
        <p:spPr>
          <a:xfrm>
            <a:off x="533400" y="5772150"/>
            <a:ext cx="11125200" cy="333375"/>
          </a:xfrm>
          <a:prstGeom prst="rect">
            <a:avLst/>
          </a:prstGeom>
          <a:noFill/>
          <a:ln w="0">
            <a:noFill/>
          </a:ln>
        </p:spPr>
        <p:txBody>
          <a:bodyPr wrap="square" lIns="0" tIns="0" rIns="0" bIns="0" anchor="t">
            <a:noAutofit/>
          </a:bodyPr>
          <a:lstStyle>
            <a:defPPr>
              <a:defRPr sz="1800" b="0">
                <a:solidFill>
                  <a:srgbClr val="106F57"/>
                </a:solidFill>
                <a:latin typeface="Pretendard"/>
                <a:ea typeface="Pretendard"/>
                <a:cs typeface="Pretendard"/>
              </a:defRPr>
            </a:defPPr>
          </a:lstStyle>
          <a:p>
            <a:pPr>
              <a:lnSpc>
                <a:spcPct val="112000"/>
              </a:lnSpc>
              <a:buNone/>
              <a:defRPr sz="1800" b="0">
                <a:solidFill>
                  <a:srgbClr val="106F57"/>
                </a:solidFill>
                <a:latin typeface="Pretendard"/>
                <a:ea typeface="Pretendard"/>
                <a:cs typeface="Pretendard"/>
              </a:defRPr>
            </a:pPr>
            <a:r>
              <a:rPr sz="1800" b="0" dirty="0" err="1">
                <a:solidFill>
                  <a:srgbClr val="106F57"/>
                </a:solidFill>
                <a:latin typeface="Pretendard"/>
                <a:ea typeface="Pretendard"/>
                <a:cs typeface="Pretendard"/>
              </a:rPr>
              <a:t>이번</a:t>
            </a:r>
            <a:r>
              <a:rPr sz="1800" b="0" dirty="0">
                <a:solidFill>
                  <a:srgbClr val="106F57"/>
                </a:solidFill>
                <a:latin typeface="Pretendard"/>
                <a:ea typeface="Pretendard"/>
                <a:cs typeface="Pretendard"/>
              </a:rPr>
              <a:t> </a:t>
            </a:r>
            <a:r>
              <a:rPr sz="1800" b="0" dirty="0" err="1">
                <a:solidFill>
                  <a:srgbClr val="106F57"/>
                </a:solidFill>
                <a:latin typeface="Pretendard"/>
                <a:ea typeface="Pretendard"/>
                <a:cs typeface="Pretendard"/>
              </a:rPr>
              <a:t>발화는</a:t>
            </a:r>
            <a:r>
              <a:rPr sz="1800" b="0" dirty="0">
                <a:solidFill>
                  <a:srgbClr val="106F57"/>
                </a:solidFill>
                <a:latin typeface="Pretendard"/>
                <a:ea typeface="Pretendard"/>
                <a:cs typeface="Pretendard"/>
              </a:rPr>
              <a:t> complete 0.67 → </a:t>
            </a:r>
            <a:r>
              <a:rPr sz="1800" b="0" dirty="0" err="1">
                <a:solidFill>
                  <a:srgbClr val="106F57"/>
                </a:solidFill>
                <a:latin typeface="Pretendard"/>
                <a:ea typeface="Pretendard"/>
                <a:cs typeface="Pretendard"/>
              </a:rPr>
              <a:t>기준</a:t>
            </a:r>
            <a:r>
              <a:rPr sz="1800" b="0" dirty="0">
                <a:solidFill>
                  <a:srgbClr val="106F57"/>
                </a:solidFill>
                <a:latin typeface="Pretendard"/>
                <a:ea typeface="Pretendard"/>
                <a:cs typeface="Pretendard"/>
              </a:rPr>
              <a:t> </a:t>
            </a:r>
            <a:r>
              <a:rPr sz="1800" b="0" dirty="0" err="1">
                <a:solidFill>
                  <a:srgbClr val="106F57"/>
                </a:solidFill>
                <a:latin typeface="Pretendard"/>
                <a:ea typeface="Pretendard"/>
                <a:cs typeface="Pretendard"/>
              </a:rPr>
              <a:t>미달로</a:t>
            </a:r>
            <a:r>
              <a:rPr sz="1800" b="0" dirty="0">
                <a:solidFill>
                  <a:srgbClr val="106F57"/>
                </a:solidFill>
                <a:latin typeface="Pretendard"/>
                <a:ea typeface="Pretendard"/>
                <a:cs typeface="Pretendard"/>
              </a:rPr>
              <a:t> </a:t>
            </a:r>
            <a:r>
              <a:rPr sz="1800" b="0" dirty="0" err="1">
                <a:solidFill>
                  <a:srgbClr val="106F57"/>
                </a:solidFill>
                <a:latin typeface="Pretendard"/>
                <a:ea typeface="Pretendard"/>
                <a:cs typeface="Pretendard"/>
              </a:rPr>
              <a:t>silence_timeout</a:t>
            </a:r>
            <a:r>
              <a:rPr sz="1800" b="0" dirty="0">
                <a:solidFill>
                  <a:srgbClr val="106F57"/>
                </a:solidFill>
                <a:latin typeface="Pretendard"/>
                <a:ea typeface="Pretendard"/>
                <a:cs typeface="Pretendard"/>
              </a:rPr>
              <a:t> </a:t>
            </a:r>
            <a:r>
              <a:rPr sz="1800" b="0" dirty="0" err="1">
                <a:solidFill>
                  <a:srgbClr val="106F57"/>
                </a:solidFill>
                <a:latin typeface="Pretendard"/>
                <a:ea typeface="Pretendard"/>
                <a:cs typeface="Pretendard"/>
              </a:rPr>
              <a:t>확정</a:t>
            </a:r>
            <a:endParaRPr sz="1800" b="0" dirty="0">
              <a:solidFill>
                <a:srgbClr val="106F57"/>
              </a:solidFill>
              <a:latin typeface="Pretendard"/>
              <a:ea typeface="Pretendard"/>
              <a:cs typeface="Pretendard"/>
            </a:endParaRPr>
          </a:p>
        </p:txBody>
      </p:sp>
      <p:sp>
        <p:nvSpPr>
          <p:cNvPr id="30" name="box-49">
            <a:extLst>
              <a:ext uri="{FF2B5EF4-FFF2-40B4-BE49-F238E27FC236}">
                <a16:creationId xmlns:a16="http://schemas.microsoft.com/office/drawing/2014/main" id="{B7AAA18B-EB4D-409E-A937-33EA45FEDF67}"/>
              </a:ext>
            </a:extLst>
          </p:cNvPr>
          <p:cNvSpPr>
            <a:spLocks noGrp="1"/>
          </p:cNvSpPr>
          <p:nvPr/>
        </p:nvSpPr>
        <p:spPr>
          <a:xfrm>
            <a:off x="533400" y="6343650"/>
            <a:ext cx="11125200" cy="14288"/>
          </a:xfrm>
          <a:prstGeom prst="rect">
            <a:avLst/>
          </a:prstGeom>
          <a:solidFill>
            <a:srgbClr val="DCCCFF"/>
          </a:solidFill>
          <a:ln w="0">
            <a:noFill/>
          </a:ln>
        </p:spPr>
        <p:txBody>
          <a:bodyPr/>
          <a:lstStyle/>
          <a:p>
            <a:endParaRPr lang="ko-KR" altLang="en-US"/>
          </a:p>
        </p:txBody>
      </p:sp>
      <p:sp>
        <p:nvSpPr>
          <p:cNvPr id="32" name="text-51">
            <a:extLst>
              <a:ext uri="{FF2B5EF4-FFF2-40B4-BE49-F238E27FC236}">
                <a16:creationId xmlns:a16="http://schemas.microsoft.com/office/drawing/2014/main" id="{4385C770-4E20-4A62-9CA6-D37852C02610}"/>
              </a:ext>
            </a:extLst>
          </p:cNvPr>
          <p:cNvSpPr>
            <a:spLocks noGrp="1"/>
          </p:cNvSpPr>
          <p:nvPr/>
        </p:nvSpPr>
        <p:spPr>
          <a:xfrm>
            <a:off x="11363325" y="6477000"/>
            <a:ext cx="342900" cy="228600"/>
          </a:xfrm>
          <a:prstGeom prst="rect">
            <a:avLst/>
          </a:prstGeom>
          <a:noFill/>
          <a:ln w="0">
            <a:noFill/>
          </a:ln>
        </p:spPr>
        <p:txBody>
          <a:bodyPr wrap="square" lIns="0" tIns="0" rIns="0" bIns="0" anchor="t">
            <a:noAutofit/>
          </a:bodyPr>
          <a:lstStyle>
            <a:defPPr>
              <a:defRPr sz="1200" b="1">
                <a:solidFill>
                  <a:srgbClr val="5431A6"/>
                </a:solidFill>
                <a:latin typeface="Pretendard"/>
                <a:ea typeface="Pretendard"/>
                <a:cs typeface="Pretendard"/>
              </a:defRPr>
            </a:defPPr>
          </a:lstStyle>
          <a:p>
            <a:pPr>
              <a:lnSpc>
                <a:spcPct val="112000"/>
              </a:lnSpc>
              <a:buNone/>
              <a:defRPr sz="1200" b="1">
                <a:solidFill>
                  <a:srgbClr val="5431A6"/>
                </a:solidFill>
                <a:latin typeface="Pretendard"/>
                <a:ea typeface="Pretendard"/>
                <a:cs typeface="Pretendard"/>
              </a:defRPr>
            </a:pPr>
            <a:r>
              <a:rPr sz="1200" b="1">
                <a:solidFill>
                  <a:srgbClr val="5431A6"/>
                </a:solidFill>
                <a:latin typeface="Pretendard"/>
                <a:ea typeface="Pretendard"/>
                <a:cs typeface="Pretendard"/>
              </a:rPr>
              <a:t>09</a:t>
            </a:r>
          </a:p>
        </p:txBody>
      </p:sp>
    </p:spTree>
    <p:extLst>
      <p:ext uri="{BB962C8B-B14F-4D97-AF65-F5344CB8AC3E}">
        <p14:creationId xmlns:p14="http://schemas.microsoft.com/office/powerpoint/2010/main" val="14407718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6FF"/>
        </a:solidFill>
        <a:effectLst/>
      </p:bgPr>
    </p:bg>
    <p:spTree>
      <p:nvGrpSpPr>
        <p:cNvPr id="1" name=""/>
        <p:cNvGrpSpPr/>
        <p:nvPr/>
      </p:nvGrpSpPr>
      <p:grpSpPr>
        <a:xfrm>
          <a:off x="0" y="0"/>
          <a:ext cx="0" cy="0"/>
          <a:chOff x="0" y="0"/>
          <a:chExt cx="0" cy="0"/>
        </a:xfrm>
      </p:grpSpPr>
      <p:sp>
        <p:nvSpPr>
          <p:cNvPr id="11" name="text-52">
            <a:extLst>
              <a:ext uri="{FF2B5EF4-FFF2-40B4-BE49-F238E27FC236}">
                <a16:creationId xmlns:a16="http://schemas.microsoft.com/office/drawing/2014/main" id="{E4576ED5-60A0-4F58-A161-C16C37CECAEF}"/>
              </a:ext>
            </a:extLst>
          </p:cNvPr>
          <p:cNvSpPr>
            <a:spLocks noGrp="1"/>
          </p:cNvSpPr>
          <p:nvPr/>
        </p:nvSpPr>
        <p:spPr>
          <a:xfrm>
            <a:off x="533400" y="400050"/>
            <a:ext cx="11125200" cy="266700"/>
          </a:xfrm>
          <a:prstGeom prst="rect">
            <a:avLst/>
          </a:prstGeom>
          <a:noFill/>
          <a:ln w="0">
            <a:noFill/>
          </a:ln>
        </p:spPr>
        <p:txBody>
          <a:bodyPr wrap="square" lIns="0" tIns="0" rIns="0" bIns="0" anchor="t">
            <a:noAutofit/>
          </a:bodyPr>
          <a:lstStyle>
            <a:defPPr>
              <a:defRPr sz="1425" b="1">
                <a:solidFill>
                  <a:srgbClr val="5431A6"/>
                </a:solidFill>
                <a:latin typeface="Pretendard"/>
                <a:ea typeface="Pretendard"/>
                <a:cs typeface="Pretendard"/>
              </a:defRPr>
            </a:defPPr>
          </a:lstStyle>
          <a:p>
            <a:pPr>
              <a:lnSpc>
                <a:spcPct val="112000"/>
              </a:lnSpc>
              <a:buNone/>
              <a:defRPr sz="1425" b="1">
                <a:solidFill>
                  <a:srgbClr val="5431A6"/>
                </a:solidFill>
                <a:latin typeface="Pretendard"/>
                <a:ea typeface="Pretendard"/>
                <a:cs typeface="Pretendard"/>
              </a:defRPr>
            </a:pPr>
            <a:r>
              <a:rPr sz="1425" b="1">
                <a:solidFill>
                  <a:srgbClr val="5431A6"/>
                </a:solidFill>
                <a:latin typeface="Pretendard"/>
                <a:ea typeface="Pretendard"/>
                <a:cs typeface="Pretendard"/>
              </a:rPr>
              <a:t>도입 가설 · 구매 의사와 절감 효과는 미검증</a:t>
            </a:r>
          </a:p>
        </p:txBody>
      </p:sp>
      <p:sp>
        <p:nvSpPr>
          <p:cNvPr id="2" name="text-53">
            <a:extLst>
              <a:ext uri="{FF2B5EF4-FFF2-40B4-BE49-F238E27FC236}">
                <a16:creationId xmlns:a16="http://schemas.microsoft.com/office/drawing/2014/main" id="{C1795347-6D04-4D13-8905-01B8A5E38EA6}"/>
              </a:ext>
            </a:extLst>
          </p:cNvPr>
          <p:cNvSpPr>
            <a:spLocks noGrp="1"/>
          </p:cNvSpPr>
          <p:nvPr/>
        </p:nvSpPr>
        <p:spPr>
          <a:xfrm>
            <a:off x="533400" y="819150"/>
            <a:ext cx="11125200" cy="609600"/>
          </a:xfrm>
          <a:prstGeom prst="rect">
            <a:avLst/>
          </a:prstGeom>
          <a:noFill/>
          <a:ln w="0">
            <a:noFill/>
          </a:ln>
        </p:spPr>
        <p:txBody>
          <a:bodyPr wrap="square" lIns="0" tIns="0" rIns="0" bIns="0" anchor="t">
            <a:noAutofit/>
          </a:bodyPr>
          <a:lstStyle>
            <a:defPPr>
              <a:defRPr sz="3225" b="1">
                <a:solidFill>
                  <a:srgbClr val="111111"/>
                </a:solidFill>
                <a:latin typeface="Pretendard"/>
                <a:ea typeface="Pretendard"/>
                <a:cs typeface="Pretendard"/>
              </a:defRPr>
            </a:defPPr>
          </a:lstStyle>
          <a:p>
            <a:pPr>
              <a:lnSpc>
                <a:spcPct val="112000"/>
              </a:lnSpc>
              <a:buNone/>
              <a:defRPr sz="3225" b="1">
                <a:solidFill>
                  <a:srgbClr val="111111"/>
                </a:solidFill>
                <a:latin typeface="Pretendard"/>
                <a:ea typeface="Pretendard"/>
                <a:cs typeface="Pretendard"/>
              </a:defRPr>
            </a:pPr>
            <a:r>
              <a:rPr sz="3225" b="1">
                <a:solidFill>
                  <a:srgbClr val="111111"/>
                </a:solidFill>
                <a:latin typeface="Pretendard"/>
                <a:ea typeface="Pretendard"/>
                <a:cs typeface="Pretendard"/>
              </a:rPr>
              <a:t>대학 영어회화 스터디</a:t>
            </a:r>
          </a:p>
        </p:txBody>
      </p:sp>
      <p:graphicFrame>
        <p:nvGraphicFramePr>
          <p:cNvPr id="3" name="표 2">
            <a:extLst>
              <a:ext uri="{FF2B5EF4-FFF2-40B4-BE49-F238E27FC236}">
                <a16:creationId xmlns:a16="http://schemas.microsoft.com/office/drawing/2014/main" id="{8FB54FD6-28CA-4990-B24B-B89A7E9AAA25}"/>
              </a:ext>
            </a:extLst>
          </p:cNvPr>
          <p:cNvGraphicFramePr/>
          <p:nvPr/>
        </p:nvGraphicFramePr>
        <p:xfrm>
          <a:off x="533400" y="1724025"/>
          <a:ext cx="11125200" cy="2520315"/>
        </p:xfrm>
        <a:graphic>
          <a:graphicData uri="http://schemas.openxmlformats.org/drawingml/2006/table">
            <a:tbl>
              <a:tblPr/>
              <a:tblGrid>
                <a:gridCol w="2047875">
                  <a:extLst>
                    <a:ext uri="{9D8B030D-6E8A-4147-A177-3AD203B41FA5}">
                      <a16:colId xmlns:a16="http://schemas.microsoft.com/office/drawing/2014/main" val="20000"/>
                    </a:ext>
                  </a:extLst>
                </a:gridCol>
                <a:gridCol w="9077325">
                  <a:extLst>
                    <a:ext uri="{9D8B030D-6E8A-4147-A177-3AD203B41FA5}">
                      <a16:colId xmlns:a16="http://schemas.microsoft.com/office/drawing/2014/main" val="20001"/>
                    </a:ext>
                  </a:extLst>
                </a:gridCol>
              </a:tblGrid>
              <a:tr h="447675">
                <a:tc>
                  <a:txBody>
                    <a:bodyPr/>
                    <a:lstStyle/>
                    <a:p>
                      <a:r>
                        <a:rPr sz="1725" b="1">
                          <a:solidFill>
                            <a:srgbClr val="5431A6"/>
                          </a:solidFill>
                          <a:latin typeface="Pretendard"/>
                          <a:ea typeface="Pretendard"/>
                          <a:cs typeface="Pretendard"/>
                        </a:rPr>
                        <a:t>누가</a:t>
                      </a:r>
                    </a:p>
                  </a:txBody>
                  <a:tcPr marL="171450" marR="152400" marT="114300" marB="114300" anchor="ctr">
                    <a:solidFill>
                      <a:srgbClr val="F0E8FF"/>
                    </a:solidFill>
                  </a:tcPr>
                </a:tc>
                <a:tc>
                  <a:txBody>
                    <a:bodyPr/>
                    <a:lstStyle/>
                    <a:p>
                      <a:r>
                        <a:rPr sz="1725" b="1">
                          <a:solidFill>
                            <a:srgbClr val="5431A6"/>
                          </a:solidFill>
                          <a:latin typeface="Pretendard"/>
                          <a:ea typeface="Pretendard"/>
                          <a:cs typeface="Pretendard"/>
                        </a:rPr>
                        <a:t>제안하는 첫 사용 맥락</a:t>
                      </a:r>
                    </a:p>
                  </a:txBody>
                  <a:tcPr marL="171450" marR="152400" marT="114300" marB="114300" anchor="ctr">
                    <a:solidFill>
                      <a:srgbClr val="F0E8FF"/>
                    </a:solidFill>
                  </a:tcPr>
                </a:tc>
                <a:extLst>
                  <a:ext uri="{0D108BD9-81ED-4DB2-BD59-A6C34878D82A}">
                    <a16:rowId xmlns:a16="http://schemas.microsoft.com/office/drawing/2014/main" val="10000"/>
                  </a:ext>
                </a:extLst>
              </a:tr>
              <a:tr h="676275">
                <a:tc>
                  <a:txBody>
                    <a:bodyPr/>
                    <a:lstStyle/>
                    <a:p>
                      <a:r>
                        <a:rPr sz="2025">
                          <a:solidFill>
                            <a:srgbClr val="111111"/>
                          </a:solidFill>
                          <a:latin typeface="Pretendard"/>
                          <a:ea typeface="Pretendard"/>
                          <a:cs typeface="Pretendard"/>
                        </a:rPr>
                        <a:t>이용자</a:t>
                      </a:r>
                    </a:p>
                  </a:txBody>
                  <a:tcPr marL="171450" marR="152400" marT="114300" marB="114300" anchor="ctr">
                    <a:solidFill>
                      <a:srgbClr val="FFFFFF"/>
                    </a:solidFill>
                  </a:tcPr>
                </a:tc>
                <a:tc>
                  <a:txBody>
                    <a:bodyPr/>
                    <a:lstStyle/>
                    <a:p>
                      <a:r>
                        <a:rPr sz="2025">
                          <a:solidFill>
                            <a:srgbClr val="111111"/>
                          </a:solidFill>
                          <a:latin typeface="Pretendard"/>
                          <a:ea typeface="Pretendard"/>
                          <a:cs typeface="Pretendard"/>
                        </a:rPr>
                        <a:t>정기적으로 만나는 한국어권 학습자 2인</a:t>
                      </a:r>
                    </a:p>
                  </a:txBody>
                  <a:tcPr marL="171450" marR="152400" marT="114300" marB="114300" anchor="ctr">
                    <a:solidFill>
                      <a:srgbClr val="FFFFFF"/>
                    </a:solidFill>
                  </a:tcPr>
                </a:tc>
                <a:extLst>
                  <a:ext uri="{0D108BD9-81ED-4DB2-BD59-A6C34878D82A}">
                    <a16:rowId xmlns:a16="http://schemas.microsoft.com/office/drawing/2014/main" val="10001"/>
                  </a:ext>
                </a:extLst>
              </a:tr>
              <a:tr h="676275">
                <a:tc>
                  <a:txBody>
                    <a:bodyPr/>
                    <a:lstStyle/>
                    <a:p>
                      <a:r>
                        <a:rPr sz="2025">
                          <a:solidFill>
                            <a:srgbClr val="111111"/>
                          </a:solidFill>
                          <a:latin typeface="Pretendard"/>
                          <a:ea typeface="Pretendard"/>
                          <a:cs typeface="Pretendard"/>
                        </a:rPr>
                        <a:t>운영자</a:t>
                      </a:r>
                    </a:p>
                  </a:txBody>
                  <a:tcPr marL="171450" marR="152400" marT="114300" marB="114300" anchor="ctr">
                    <a:solidFill>
                      <a:srgbClr val="FFFFFF"/>
                    </a:solidFill>
                  </a:tcPr>
                </a:tc>
                <a:tc>
                  <a:txBody>
                    <a:bodyPr/>
                    <a:lstStyle/>
                    <a:p>
                      <a:r>
                        <a:rPr sz="2025">
                          <a:solidFill>
                            <a:srgbClr val="111111"/>
                          </a:solidFill>
                          <a:latin typeface="Pretendard"/>
                          <a:ea typeface="Pretendard"/>
                          <a:cs typeface="Pretendard"/>
                        </a:rPr>
                        <a:t>동아리·소규모 회화 프로그램 담당자</a:t>
                      </a:r>
                    </a:p>
                  </a:txBody>
                  <a:tcPr marL="171450" marR="152400" marT="114300" marB="114300" anchor="ctr">
                    <a:solidFill>
                      <a:srgbClr val="FFFFFF"/>
                    </a:solidFill>
                  </a:tcPr>
                </a:tc>
                <a:extLst>
                  <a:ext uri="{0D108BD9-81ED-4DB2-BD59-A6C34878D82A}">
                    <a16:rowId xmlns:a16="http://schemas.microsoft.com/office/drawing/2014/main" val="10002"/>
                  </a:ext>
                </a:extLst>
              </a:tr>
              <a:tr h="676275">
                <a:tc>
                  <a:txBody>
                    <a:bodyPr/>
                    <a:lstStyle/>
                    <a:p>
                      <a:r>
                        <a:rPr sz="2025">
                          <a:solidFill>
                            <a:srgbClr val="111111"/>
                          </a:solidFill>
                          <a:latin typeface="Pretendard"/>
                          <a:ea typeface="Pretendard"/>
                          <a:cs typeface="Pretendard"/>
                        </a:rPr>
                        <a:t>구매 후보</a:t>
                      </a:r>
                    </a:p>
                  </a:txBody>
                  <a:tcPr marL="171450" marR="152400" marT="114300" marB="114300" anchor="ctr">
                    <a:solidFill>
                      <a:srgbClr val="FFFFFF"/>
                    </a:solidFill>
                  </a:tcPr>
                </a:tc>
                <a:tc>
                  <a:txBody>
                    <a:bodyPr/>
                    <a:lstStyle/>
                    <a:p>
                      <a:r>
                        <a:rPr sz="2025">
                          <a:solidFill>
                            <a:srgbClr val="111111"/>
                          </a:solidFill>
                          <a:latin typeface="Pretendard"/>
                          <a:ea typeface="Pretendard"/>
                          <a:cs typeface="Pretendard"/>
                        </a:rPr>
                        <a:t>대학 어학교육원·비교과 프로그램 담당 부서</a:t>
                      </a:r>
                    </a:p>
                  </a:txBody>
                  <a:tcPr marL="171450" marR="152400" marT="114300" marB="114300" anchor="ctr">
                    <a:solidFill>
                      <a:srgbClr val="FFFFFF"/>
                    </a:solidFill>
                  </a:tcPr>
                </a:tc>
                <a:extLst>
                  <a:ext uri="{0D108BD9-81ED-4DB2-BD59-A6C34878D82A}">
                    <a16:rowId xmlns:a16="http://schemas.microsoft.com/office/drawing/2014/main" val="10003"/>
                  </a:ext>
                </a:extLst>
              </a:tr>
            </a:tbl>
          </a:graphicData>
        </a:graphic>
      </p:graphicFrame>
      <p:sp>
        <p:nvSpPr>
          <p:cNvPr id="4" name="text-54">
            <a:extLst>
              <a:ext uri="{FF2B5EF4-FFF2-40B4-BE49-F238E27FC236}">
                <a16:creationId xmlns:a16="http://schemas.microsoft.com/office/drawing/2014/main" id="{7111075A-751E-4242-BA40-C24685FDB85A}"/>
              </a:ext>
            </a:extLst>
          </p:cNvPr>
          <p:cNvSpPr>
            <a:spLocks noGrp="1"/>
          </p:cNvSpPr>
          <p:nvPr/>
        </p:nvSpPr>
        <p:spPr>
          <a:xfrm>
            <a:off x="533400" y="4514850"/>
            <a:ext cx="1952625" cy="342900"/>
          </a:xfrm>
          <a:prstGeom prst="rect">
            <a:avLst/>
          </a:prstGeom>
          <a:noFill/>
          <a:ln w="0">
            <a:noFill/>
          </a:ln>
        </p:spPr>
        <p:txBody>
          <a:bodyPr wrap="square" lIns="0" tIns="0" rIns="0" bIns="0" anchor="t">
            <a:noAutofit/>
          </a:bodyPr>
          <a:lstStyle>
            <a:defPPr>
              <a:defRPr sz="1950" b="1">
                <a:solidFill>
                  <a:srgbClr val="5431A6"/>
                </a:solidFill>
                <a:latin typeface="Pretendard"/>
                <a:ea typeface="Pretendard"/>
                <a:cs typeface="Pretendard"/>
              </a:defRPr>
            </a:defPPr>
          </a:lstStyle>
          <a:p>
            <a:pPr>
              <a:lnSpc>
                <a:spcPct val="112000"/>
              </a:lnSpc>
              <a:buNone/>
              <a:defRPr sz="1950" b="1">
                <a:solidFill>
                  <a:srgbClr val="5431A6"/>
                </a:solidFill>
                <a:latin typeface="Pretendard"/>
                <a:ea typeface="Pretendard"/>
                <a:cs typeface="Pretendard"/>
              </a:defRPr>
            </a:pPr>
            <a:r>
              <a:rPr sz="1950" b="1">
                <a:solidFill>
                  <a:srgbClr val="5431A6"/>
                </a:solidFill>
                <a:latin typeface="Pretendard"/>
                <a:ea typeface="Pretendard"/>
                <a:cs typeface="Pretendard"/>
              </a:rPr>
              <a:t>기대 가치</a:t>
            </a:r>
          </a:p>
        </p:txBody>
      </p:sp>
      <p:sp>
        <p:nvSpPr>
          <p:cNvPr id="5" name="text-55">
            <a:extLst>
              <a:ext uri="{FF2B5EF4-FFF2-40B4-BE49-F238E27FC236}">
                <a16:creationId xmlns:a16="http://schemas.microsoft.com/office/drawing/2014/main" id="{10C4E5B5-2855-4EC1-9BFB-9777C33CF41A}"/>
              </a:ext>
            </a:extLst>
          </p:cNvPr>
          <p:cNvSpPr>
            <a:spLocks noGrp="1"/>
          </p:cNvSpPr>
          <p:nvPr/>
        </p:nvSpPr>
        <p:spPr>
          <a:xfrm>
            <a:off x="2552700" y="4514850"/>
            <a:ext cx="9048750" cy="666750"/>
          </a:xfrm>
          <a:prstGeom prst="rect">
            <a:avLst/>
          </a:prstGeom>
          <a:noFill/>
          <a:ln w="0">
            <a:noFill/>
          </a:ln>
        </p:spPr>
        <p:txBody>
          <a:bodyPr wrap="square" lIns="0" tIns="0" rIns="0" bIns="0" anchor="t">
            <a:noAutofit/>
          </a:bodyPr>
          <a:lstStyle>
            <a:defPPr>
              <a:defRPr sz="2100" b="0">
                <a:solidFill>
                  <a:srgbClr val="111111"/>
                </a:solidFill>
                <a:latin typeface="Pretendard"/>
                <a:ea typeface="Pretendard"/>
                <a:cs typeface="Pretendard"/>
              </a:defRPr>
            </a:defPPr>
          </a:lstStyle>
          <a:p>
            <a:pPr>
              <a:lnSpc>
                <a:spcPct val="112000"/>
              </a:lnSpc>
              <a:buNone/>
              <a:defRPr sz="2100" b="0">
                <a:solidFill>
                  <a:srgbClr val="111111"/>
                </a:solidFill>
                <a:latin typeface="Pretendard"/>
                <a:ea typeface="Pretendard"/>
                <a:cs typeface="Pretendard"/>
              </a:defRPr>
            </a:pPr>
            <a:r>
              <a:rPr sz="2100" b="0">
                <a:solidFill>
                  <a:srgbClr val="111111"/>
                </a:solidFill>
                <a:latin typeface="Pretendard"/>
                <a:ea typeface="Pretendard"/>
                <a:cs typeface="Pretendard"/>
              </a:rPr>
              <a:t>주제 준비·표현 정리 부담 감소, 누적 기록을 다음 모임에 활용</a:t>
            </a:r>
          </a:p>
        </p:txBody>
      </p:sp>
      <p:sp>
        <p:nvSpPr>
          <p:cNvPr id="6" name="text-56">
            <a:extLst>
              <a:ext uri="{FF2B5EF4-FFF2-40B4-BE49-F238E27FC236}">
                <a16:creationId xmlns:a16="http://schemas.microsoft.com/office/drawing/2014/main" id="{ACD4C58B-B900-4400-B908-B09611387C5A}"/>
              </a:ext>
            </a:extLst>
          </p:cNvPr>
          <p:cNvSpPr>
            <a:spLocks noGrp="1"/>
          </p:cNvSpPr>
          <p:nvPr/>
        </p:nvSpPr>
        <p:spPr>
          <a:xfrm>
            <a:off x="533400" y="5353050"/>
            <a:ext cx="1952625" cy="342900"/>
          </a:xfrm>
          <a:prstGeom prst="rect">
            <a:avLst/>
          </a:prstGeom>
          <a:noFill/>
          <a:ln w="0">
            <a:noFill/>
          </a:ln>
        </p:spPr>
        <p:txBody>
          <a:bodyPr wrap="square" lIns="0" tIns="0" rIns="0" bIns="0" anchor="t">
            <a:noAutofit/>
          </a:bodyPr>
          <a:lstStyle>
            <a:defPPr>
              <a:defRPr sz="1950" b="1">
                <a:solidFill>
                  <a:srgbClr val="5431A6"/>
                </a:solidFill>
                <a:latin typeface="Pretendard"/>
                <a:ea typeface="Pretendard"/>
                <a:cs typeface="Pretendard"/>
              </a:defRPr>
            </a:defPPr>
          </a:lstStyle>
          <a:p>
            <a:pPr>
              <a:lnSpc>
                <a:spcPct val="112000"/>
              </a:lnSpc>
              <a:buNone/>
              <a:defRPr sz="1950" b="1">
                <a:solidFill>
                  <a:srgbClr val="5431A6"/>
                </a:solidFill>
                <a:latin typeface="Pretendard"/>
                <a:ea typeface="Pretendard"/>
                <a:cs typeface="Pretendard"/>
              </a:defRPr>
            </a:pPr>
            <a:r>
              <a:rPr sz="1950" b="1">
                <a:solidFill>
                  <a:srgbClr val="5431A6"/>
                </a:solidFill>
                <a:latin typeface="Pretendard"/>
                <a:ea typeface="Pretendard"/>
                <a:cs typeface="Pretendard"/>
              </a:rPr>
              <a:t>첫 검증</a:t>
            </a:r>
          </a:p>
        </p:txBody>
      </p:sp>
      <p:sp>
        <p:nvSpPr>
          <p:cNvPr id="7" name="text-57">
            <a:extLst>
              <a:ext uri="{FF2B5EF4-FFF2-40B4-BE49-F238E27FC236}">
                <a16:creationId xmlns:a16="http://schemas.microsoft.com/office/drawing/2014/main" id="{EFAA8017-0ABD-4B3F-9CB5-C88127454E66}"/>
              </a:ext>
            </a:extLst>
          </p:cNvPr>
          <p:cNvSpPr>
            <a:spLocks noGrp="1"/>
          </p:cNvSpPr>
          <p:nvPr/>
        </p:nvSpPr>
        <p:spPr>
          <a:xfrm>
            <a:off x="2552700" y="5353050"/>
            <a:ext cx="9010650" cy="438150"/>
          </a:xfrm>
          <a:prstGeom prst="rect">
            <a:avLst/>
          </a:prstGeom>
          <a:noFill/>
          <a:ln w="0">
            <a:noFill/>
          </a:ln>
        </p:spPr>
        <p:txBody>
          <a:bodyPr wrap="square" lIns="0" tIns="0" rIns="0" bIns="0" anchor="t">
            <a:noAutofit/>
          </a:bodyPr>
          <a:lstStyle>
            <a:defPPr>
              <a:defRPr sz="2100" b="0">
                <a:solidFill>
                  <a:srgbClr val="111111"/>
                </a:solidFill>
                <a:latin typeface="Pretendard"/>
                <a:ea typeface="Pretendard"/>
                <a:cs typeface="Pretendard"/>
              </a:defRPr>
            </a:defPPr>
          </a:lstStyle>
          <a:p>
            <a:pPr>
              <a:lnSpc>
                <a:spcPct val="112000"/>
              </a:lnSpc>
              <a:buNone/>
              <a:defRPr sz="2100" b="0">
                <a:solidFill>
                  <a:srgbClr val="111111"/>
                </a:solidFill>
                <a:latin typeface="Pretendard"/>
                <a:ea typeface="Pretendard"/>
                <a:cs typeface="Pretendard"/>
              </a:defRPr>
            </a:pPr>
            <a:r>
              <a:rPr sz="2100" b="0">
                <a:solidFill>
                  <a:srgbClr val="111111"/>
                </a:solidFill>
                <a:latin typeface="Pretendard"/>
                <a:ea typeface="Pretendard"/>
                <a:cs typeface="Pretendard"/>
              </a:rPr>
              <a:t>4주 시범 운영 · 준비 시간, 재참여, 복습 관찰</a:t>
            </a:r>
          </a:p>
        </p:txBody>
      </p:sp>
      <p:sp>
        <p:nvSpPr>
          <p:cNvPr id="8" name="box-58">
            <a:extLst>
              <a:ext uri="{FF2B5EF4-FFF2-40B4-BE49-F238E27FC236}">
                <a16:creationId xmlns:a16="http://schemas.microsoft.com/office/drawing/2014/main" id="{9CE845F7-B8E9-4007-B435-CFB5E9F4624A}"/>
              </a:ext>
            </a:extLst>
          </p:cNvPr>
          <p:cNvSpPr>
            <a:spLocks noGrp="1"/>
          </p:cNvSpPr>
          <p:nvPr/>
        </p:nvSpPr>
        <p:spPr>
          <a:xfrm>
            <a:off x="533400" y="6343650"/>
            <a:ext cx="11125200" cy="14288"/>
          </a:xfrm>
          <a:prstGeom prst="rect">
            <a:avLst/>
          </a:prstGeom>
          <a:solidFill>
            <a:srgbClr val="DCCCFF"/>
          </a:solidFill>
          <a:ln w="0">
            <a:noFill/>
          </a:ln>
        </p:spPr>
        <p:txBody>
          <a:bodyPr/>
          <a:lstStyle/>
          <a:p>
            <a:endParaRPr lang="ko-KR" altLang="en-US"/>
          </a:p>
        </p:txBody>
      </p:sp>
      <p:sp>
        <p:nvSpPr>
          <p:cNvPr id="9" name="text-59">
            <a:extLst>
              <a:ext uri="{FF2B5EF4-FFF2-40B4-BE49-F238E27FC236}">
                <a16:creationId xmlns:a16="http://schemas.microsoft.com/office/drawing/2014/main" id="{48A9CDDC-BBFD-409F-9C4E-73262B2D92AB}"/>
              </a:ext>
            </a:extLst>
          </p:cNvPr>
          <p:cNvSpPr>
            <a:spLocks noGrp="1"/>
          </p:cNvSpPr>
          <p:nvPr/>
        </p:nvSpPr>
        <p:spPr>
          <a:xfrm>
            <a:off x="533400" y="6477000"/>
            <a:ext cx="10668000" cy="209550"/>
          </a:xfrm>
          <a:prstGeom prst="rect">
            <a:avLst/>
          </a:prstGeom>
          <a:noFill/>
          <a:ln w="0">
            <a:noFill/>
          </a:ln>
        </p:spPr>
        <p:txBody>
          <a:bodyPr wrap="square" lIns="0" tIns="0" rIns="0" bIns="0" anchor="t">
            <a:noAutofit/>
          </a:bodyPr>
          <a:lstStyle>
            <a:defPPr>
              <a:defRPr sz="1200" b="0">
                <a:solidFill>
                  <a:srgbClr val="5D5D5D"/>
                </a:solidFill>
                <a:latin typeface="Pretendard"/>
                <a:ea typeface="Pretendard"/>
                <a:cs typeface="Pretendard"/>
              </a:defRPr>
            </a:defPPr>
          </a:lstStyle>
          <a:p>
            <a:pPr>
              <a:lnSpc>
                <a:spcPct val="112000"/>
              </a:lnSpc>
              <a:buNone/>
              <a:defRPr sz="1200" b="0">
                <a:solidFill>
                  <a:srgbClr val="5D5D5D"/>
                </a:solidFill>
                <a:latin typeface="Pretendard"/>
                <a:ea typeface="Pretendard"/>
                <a:cs typeface="Pretendard"/>
              </a:defRPr>
            </a:pPr>
            <a:r>
              <a:rPr sz="1200" b="0">
                <a:solidFill>
                  <a:srgbClr val="5D5D5D"/>
                </a:solidFill>
                <a:latin typeface="Pretendard"/>
                <a:ea typeface="Pretendard"/>
                <a:cs typeface="Pretendard"/>
              </a:rPr>
              <a:t>프로그램·활성 스터디 과금은 가설 · 가격·비용·유지율 미측정 · 파일럿은 외부 운영표로 보완</a:t>
            </a:r>
          </a:p>
        </p:txBody>
      </p:sp>
      <p:sp>
        <p:nvSpPr>
          <p:cNvPr id="10" name="text-60">
            <a:extLst>
              <a:ext uri="{FF2B5EF4-FFF2-40B4-BE49-F238E27FC236}">
                <a16:creationId xmlns:a16="http://schemas.microsoft.com/office/drawing/2014/main" id="{B66C1512-D5A4-4908-A496-4646E687887C}"/>
              </a:ext>
            </a:extLst>
          </p:cNvPr>
          <p:cNvSpPr>
            <a:spLocks noGrp="1"/>
          </p:cNvSpPr>
          <p:nvPr/>
        </p:nvSpPr>
        <p:spPr>
          <a:xfrm>
            <a:off x="11363325" y="6477000"/>
            <a:ext cx="342900" cy="228600"/>
          </a:xfrm>
          <a:prstGeom prst="rect">
            <a:avLst/>
          </a:prstGeom>
          <a:noFill/>
          <a:ln w="0">
            <a:noFill/>
          </a:ln>
        </p:spPr>
        <p:txBody>
          <a:bodyPr wrap="square" lIns="0" tIns="0" rIns="0" bIns="0" anchor="t">
            <a:noAutofit/>
          </a:bodyPr>
          <a:lstStyle>
            <a:defPPr>
              <a:defRPr sz="1200" b="1">
                <a:solidFill>
                  <a:srgbClr val="5431A6"/>
                </a:solidFill>
                <a:latin typeface="Pretendard"/>
                <a:ea typeface="Pretendard"/>
                <a:cs typeface="Pretendard"/>
              </a:defRPr>
            </a:defPPr>
          </a:lstStyle>
          <a:p>
            <a:pPr>
              <a:lnSpc>
                <a:spcPct val="112000"/>
              </a:lnSpc>
              <a:buNone/>
              <a:defRPr sz="1200" b="1">
                <a:solidFill>
                  <a:srgbClr val="5431A6"/>
                </a:solidFill>
                <a:latin typeface="Pretendard"/>
                <a:ea typeface="Pretendard"/>
                <a:cs typeface="Pretendard"/>
              </a:defRPr>
            </a:pPr>
            <a:r>
              <a:rPr sz="1200" b="1">
                <a:solidFill>
                  <a:srgbClr val="5431A6"/>
                </a:solidFill>
                <a:latin typeface="Pretendard"/>
                <a:ea typeface="Pretendard"/>
                <a:cs typeface="Pretendard"/>
              </a:rPr>
              <a:t>11</a:t>
            </a:r>
          </a:p>
        </p:txBody>
      </p:sp>
    </p:spTree>
    <p:extLst>
      <p:ext uri="{BB962C8B-B14F-4D97-AF65-F5344CB8AC3E}">
        <p14:creationId xmlns:p14="http://schemas.microsoft.com/office/powerpoint/2010/main" val="18204334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6FF"/>
        </a:solidFill>
        <a:effectLst/>
      </p:bgPr>
    </p:bg>
    <p:spTree>
      <p:nvGrpSpPr>
        <p:cNvPr id="1" name=""/>
        <p:cNvGrpSpPr/>
        <p:nvPr/>
      </p:nvGrpSpPr>
      <p:grpSpPr>
        <a:xfrm>
          <a:off x="0" y="0"/>
          <a:ext cx="0" cy="0"/>
          <a:chOff x="0" y="0"/>
          <a:chExt cx="0" cy="0"/>
        </a:xfrm>
      </p:grpSpPr>
      <p:sp>
        <p:nvSpPr>
          <p:cNvPr id="13" name="text-61">
            <a:extLst>
              <a:ext uri="{FF2B5EF4-FFF2-40B4-BE49-F238E27FC236}">
                <a16:creationId xmlns:a16="http://schemas.microsoft.com/office/drawing/2014/main" id="{A19436F0-5BC2-4AFC-A0BD-A6D75D8620C7}"/>
              </a:ext>
            </a:extLst>
          </p:cNvPr>
          <p:cNvSpPr>
            <a:spLocks noGrp="1"/>
          </p:cNvSpPr>
          <p:nvPr/>
        </p:nvSpPr>
        <p:spPr>
          <a:xfrm>
            <a:off x="533400" y="400050"/>
            <a:ext cx="11125200" cy="266700"/>
          </a:xfrm>
          <a:prstGeom prst="rect">
            <a:avLst/>
          </a:prstGeom>
          <a:noFill/>
          <a:ln w="0">
            <a:noFill/>
          </a:ln>
        </p:spPr>
        <p:txBody>
          <a:bodyPr wrap="square" lIns="0" tIns="0" rIns="0" bIns="0" anchor="t">
            <a:noAutofit/>
          </a:bodyPr>
          <a:lstStyle>
            <a:defPPr>
              <a:defRPr sz="1425" b="1">
                <a:solidFill>
                  <a:srgbClr val="5431A6"/>
                </a:solidFill>
                <a:latin typeface="Pretendard"/>
                <a:ea typeface="Pretendard"/>
                <a:cs typeface="Pretendard"/>
              </a:defRPr>
            </a:defPPr>
          </a:lstStyle>
          <a:p>
            <a:pPr>
              <a:lnSpc>
                <a:spcPct val="112000"/>
              </a:lnSpc>
              <a:buNone/>
              <a:defRPr sz="1425" b="1">
                <a:solidFill>
                  <a:srgbClr val="5431A6"/>
                </a:solidFill>
                <a:latin typeface="Pretendard"/>
                <a:ea typeface="Pretendard"/>
                <a:cs typeface="Pretendard"/>
              </a:defRPr>
            </a:pPr>
            <a:r>
              <a:rPr sz="1425" b="1">
                <a:solidFill>
                  <a:srgbClr val="5431A6"/>
                </a:solidFill>
                <a:latin typeface="Pretendard"/>
                <a:ea typeface="Pretendard"/>
                <a:cs typeface="Pretendard"/>
              </a:rPr>
              <a:t>Codex 활용 · 문제 발견, 구현, 확인</a:t>
            </a:r>
          </a:p>
        </p:txBody>
      </p:sp>
      <p:sp>
        <p:nvSpPr>
          <p:cNvPr id="2" name="text-62">
            <a:extLst>
              <a:ext uri="{FF2B5EF4-FFF2-40B4-BE49-F238E27FC236}">
                <a16:creationId xmlns:a16="http://schemas.microsoft.com/office/drawing/2014/main" id="{815EF902-6E20-4922-8BFF-B8871DF52532}"/>
              </a:ext>
            </a:extLst>
          </p:cNvPr>
          <p:cNvSpPr>
            <a:spLocks noGrp="1"/>
          </p:cNvSpPr>
          <p:nvPr/>
        </p:nvSpPr>
        <p:spPr>
          <a:xfrm>
            <a:off x="533400" y="819150"/>
            <a:ext cx="11125200" cy="609600"/>
          </a:xfrm>
          <a:prstGeom prst="rect">
            <a:avLst/>
          </a:prstGeom>
          <a:noFill/>
          <a:ln w="0">
            <a:noFill/>
          </a:ln>
        </p:spPr>
        <p:txBody>
          <a:bodyPr wrap="square" lIns="0" tIns="0" rIns="0" bIns="0" anchor="t">
            <a:noAutofit/>
          </a:bodyPr>
          <a:lstStyle>
            <a:defPPr>
              <a:defRPr sz="3225" b="1">
                <a:solidFill>
                  <a:srgbClr val="111111"/>
                </a:solidFill>
                <a:latin typeface="Pretendard"/>
                <a:ea typeface="Pretendard"/>
                <a:cs typeface="Pretendard"/>
              </a:defRPr>
            </a:defPPr>
          </a:lstStyle>
          <a:p>
            <a:pPr>
              <a:lnSpc>
                <a:spcPct val="112000"/>
              </a:lnSpc>
              <a:buNone/>
              <a:defRPr sz="3225" b="1">
                <a:solidFill>
                  <a:srgbClr val="111111"/>
                </a:solidFill>
                <a:latin typeface="Pretendard"/>
                <a:ea typeface="Pretendard"/>
                <a:cs typeface="Pretendard"/>
              </a:defRPr>
            </a:pPr>
            <a:r>
              <a:rPr sz="3225" b="1">
                <a:solidFill>
                  <a:srgbClr val="111111"/>
                </a:solidFill>
                <a:latin typeface="Pretendard"/>
                <a:ea typeface="Pretendard"/>
                <a:cs typeface="Pretendard"/>
              </a:rPr>
              <a:t>발견한 문제로 구현을 개선</a:t>
            </a:r>
          </a:p>
        </p:txBody>
      </p:sp>
      <p:graphicFrame>
        <p:nvGraphicFramePr>
          <p:cNvPr id="3" name="표 2">
            <a:extLst>
              <a:ext uri="{FF2B5EF4-FFF2-40B4-BE49-F238E27FC236}">
                <a16:creationId xmlns:a16="http://schemas.microsoft.com/office/drawing/2014/main" id="{7F5AE2E6-968B-452E-9E06-1F19F250EB92}"/>
              </a:ext>
            </a:extLst>
          </p:cNvPr>
          <p:cNvGraphicFramePr/>
          <p:nvPr/>
        </p:nvGraphicFramePr>
        <p:xfrm>
          <a:off x="533400" y="1733550"/>
          <a:ext cx="11125200" cy="2819400"/>
        </p:xfrm>
        <a:graphic>
          <a:graphicData uri="http://schemas.openxmlformats.org/drawingml/2006/table">
            <a:tbl>
              <a:tblPr/>
              <a:tblGrid>
                <a:gridCol w="3114675">
                  <a:extLst>
                    <a:ext uri="{9D8B030D-6E8A-4147-A177-3AD203B41FA5}">
                      <a16:colId xmlns:a16="http://schemas.microsoft.com/office/drawing/2014/main" val="20000"/>
                    </a:ext>
                  </a:extLst>
                </a:gridCol>
                <a:gridCol w="4219575">
                  <a:extLst>
                    <a:ext uri="{9D8B030D-6E8A-4147-A177-3AD203B41FA5}">
                      <a16:colId xmlns:a16="http://schemas.microsoft.com/office/drawing/2014/main" val="20001"/>
                    </a:ext>
                  </a:extLst>
                </a:gridCol>
                <a:gridCol w="3790950">
                  <a:extLst>
                    <a:ext uri="{9D8B030D-6E8A-4147-A177-3AD203B41FA5}">
                      <a16:colId xmlns:a16="http://schemas.microsoft.com/office/drawing/2014/main" val="20002"/>
                    </a:ext>
                  </a:extLst>
                </a:gridCol>
              </a:tblGrid>
              <a:tr h="495300">
                <a:tc>
                  <a:txBody>
                    <a:bodyPr/>
                    <a:lstStyle/>
                    <a:p>
                      <a:r>
                        <a:rPr sz="1725" b="1">
                          <a:solidFill>
                            <a:srgbClr val="5431A6"/>
                          </a:solidFill>
                          <a:latin typeface="Pretendard"/>
                          <a:ea typeface="Pretendard"/>
                          <a:cs typeface="Pretendard"/>
                        </a:rPr>
                        <a:t>발견한 문제</a:t>
                      </a:r>
                    </a:p>
                  </a:txBody>
                  <a:tcPr marL="171450" marR="152400" marT="114300" marB="114300" anchor="ctr">
                    <a:solidFill>
                      <a:srgbClr val="F0E8FF"/>
                    </a:solidFill>
                  </a:tcPr>
                </a:tc>
                <a:tc>
                  <a:txBody>
                    <a:bodyPr/>
                    <a:lstStyle/>
                    <a:p>
                      <a:r>
                        <a:rPr sz="1725" b="1">
                          <a:solidFill>
                            <a:srgbClr val="5431A6"/>
                          </a:solidFill>
                          <a:latin typeface="Pretendard"/>
                          <a:ea typeface="Pretendard"/>
                          <a:cs typeface="Pretendard"/>
                        </a:rPr>
                        <a:t>Codex와 진행한 작업</a:t>
                      </a:r>
                    </a:p>
                  </a:txBody>
                  <a:tcPr marL="171450" marR="152400" marT="114300" marB="114300" anchor="ctr">
                    <a:solidFill>
                      <a:srgbClr val="F0E8FF"/>
                    </a:solidFill>
                  </a:tcPr>
                </a:tc>
                <a:tc>
                  <a:txBody>
                    <a:bodyPr/>
                    <a:lstStyle/>
                    <a:p>
                      <a:r>
                        <a:rPr sz="1725" b="1">
                          <a:solidFill>
                            <a:srgbClr val="5431A6"/>
                          </a:solidFill>
                          <a:latin typeface="Pretendard"/>
                          <a:ea typeface="Pretendard"/>
                          <a:cs typeface="Pretendard"/>
                        </a:rPr>
                        <a:t>결과 확인</a:t>
                      </a:r>
                    </a:p>
                  </a:txBody>
                  <a:tcPr marL="171450" marR="152400" marT="114300" marB="114300" anchor="ctr">
                    <a:solidFill>
                      <a:srgbClr val="F0E8FF"/>
                    </a:solidFill>
                  </a:tcPr>
                </a:tc>
                <a:extLst>
                  <a:ext uri="{0D108BD9-81ED-4DB2-BD59-A6C34878D82A}">
                    <a16:rowId xmlns:a16="http://schemas.microsoft.com/office/drawing/2014/main" val="10000"/>
                  </a:ext>
                </a:extLst>
              </a:tr>
              <a:tr h="1162050">
                <a:tc>
                  <a:txBody>
                    <a:bodyPr/>
                    <a:lstStyle/>
                    <a:p>
                      <a:r>
                        <a:rPr sz="2025">
                          <a:solidFill>
                            <a:srgbClr val="111111"/>
                          </a:solidFill>
                          <a:latin typeface="Pretendard"/>
                          <a:ea typeface="Pretendard"/>
                          <a:cs typeface="Pretendard"/>
                        </a:rPr>
                        <a:t>전사가 끊겨</a:t>
                      </a:r>
                    </a:p>
                    <a:p>
                      <a:r>
                        <a:rPr sz="2025">
                          <a:solidFill>
                            <a:srgbClr val="111111"/>
                          </a:solidFill>
                          <a:latin typeface="Pretendard"/>
                          <a:ea typeface="Pretendard"/>
                          <a:cs typeface="Pretendard"/>
                        </a:rPr>
                        <a:t>문맥이 나뉨</a:t>
                      </a:r>
                    </a:p>
                  </a:txBody>
                  <a:tcPr marL="171450" marR="152400" marT="114300" marB="114300" anchor="ctr">
                    <a:solidFill>
                      <a:srgbClr val="FFFFFF"/>
                    </a:solidFill>
                  </a:tcPr>
                </a:tc>
                <a:tc>
                  <a:txBody>
                    <a:bodyPr/>
                    <a:lstStyle/>
                    <a:p>
                      <a:r>
                        <a:rPr sz="2025">
                          <a:solidFill>
                            <a:srgbClr val="111111"/>
                          </a:solidFill>
                          <a:latin typeface="Pretendard"/>
                          <a:ea typeface="Pretendard"/>
                          <a:cs typeface="Pretendard"/>
                        </a:rPr>
                        <a:t>음성 테스트 모듈</a:t>
                      </a:r>
                    </a:p>
                    <a:p>
                      <a:r>
                        <a:rPr sz="2025">
                          <a:solidFill>
                            <a:srgbClr val="111111"/>
                          </a:solidFill>
                          <a:latin typeface="Pretendard"/>
                          <a:ea typeface="Pretendard"/>
                          <a:cs typeface="Pretendard"/>
                        </a:rPr>
                        <a:t>Decisions 발화 묶음</a:t>
                      </a:r>
                    </a:p>
                  </a:txBody>
                  <a:tcPr marL="171450" marR="152400" marT="114300" marB="114300" anchor="ctr">
                    <a:solidFill>
                      <a:srgbClr val="FFFFFF"/>
                    </a:solidFill>
                  </a:tcPr>
                </a:tc>
                <a:tc>
                  <a:txBody>
                    <a:bodyPr/>
                    <a:lstStyle/>
                    <a:p>
                      <a:r>
                        <a:rPr sz="2025">
                          <a:solidFill>
                            <a:srgbClr val="111111"/>
                          </a:solidFill>
                          <a:latin typeface="Pretendard"/>
                          <a:ea typeface="Pretendard"/>
                          <a:cs typeface="Pretendard"/>
                        </a:rPr>
                        <a:t>저장·보정·리뷰 통합</a:t>
                      </a:r>
                    </a:p>
                    <a:p>
                      <a:r>
                        <a:rPr sz="2025">
                          <a:solidFill>
                            <a:srgbClr val="111111"/>
                          </a:solidFill>
                          <a:latin typeface="Pretendard"/>
                          <a:ea typeface="Pretendard"/>
                          <a:cs typeface="Pretendard"/>
                        </a:rPr>
                        <a:t>경계 테스트</a:t>
                      </a:r>
                    </a:p>
                  </a:txBody>
                  <a:tcPr marL="171450" marR="152400" marT="114300" marB="114300" anchor="ctr">
                    <a:solidFill>
                      <a:srgbClr val="FFFFFF"/>
                    </a:solidFill>
                  </a:tcPr>
                </a:tc>
                <a:extLst>
                  <a:ext uri="{0D108BD9-81ED-4DB2-BD59-A6C34878D82A}">
                    <a16:rowId xmlns:a16="http://schemas.microsoft.com/office/drawing/2014/main" val="10001"/>
                  </a:ext>
                </a:extLst>
              </a:tr>
              <a:tr h="1162050">
                <a:tc>
                  <a:txBody>
                    <a:bodyPr/>
                    <a:lstStyle/>
                    <a:p>
                      <a:r>
                        <a:rPr sz="2025">
                          <a:solidFill>
                            <a:srgbClr val="111111"/>
                          </a:solidFill>
                          <a:latin typeface="Pretendard"/>
                          <a:ea typeface="Pretendard"/>
                          <a:cs typeface="Pretendard"/>
                        </a:rPr>
                        <a:t>부적절한 요청 처리</a:t>
                      </a:r>
                    </a:p>
                  </a:txBody>
                  <a:tcPr marL="171450" marR="152400" marT="114300" marB="114300" anchor="ctr">
                    <a:solidFill>
                      <a:srgbClr val="FFFFFF"/>
                    </a:solidFill>
                  </a:tcPr>
                </a:tc>
                <a:tc>
                  <a:txBody>
                    <a:bodyPr/>
                    <a:lstStyle/>
                    <a:p>
                      <a:r>
                        <a:rPr sz="2025">
                          <a:solidFill>
                            <a:srgbClr val="111111"/>
                          </a:solidFill>
                          <a:latin typeface="Pretendard"/>
                          <a:ea typeface="Pretendard"/>
                          <a:cs typeface="Pretendard"/>
                        </a:rPr>
                        <a:t>가능한 행동 분류</a:t>
                      </a:r>
                    </a:p>
                    <a:p>
                      <a:r>
                        <a:rPr sz="2025">
                          <a:solidFill>
                            <a:srgbClr val="111111"/>
                          </a:solidFill>
                          <a:latin typeface="Pretendard"/>
                          <a:ea typeface="Pretendard"/>
                          <a:cs typeface="Pretendard"/>
                        </a:rPr>
                        <a:t>서버 실행 제한</a:t>
                      </a:r>
                    </a:p>
                  </a:txBody>
                  <a:tcPr marL="171450" marR="152400" marT="114300" marB="114300" anchor="ctr">
                    <a:solidFill>
                      <a:srgbClr val="FFFFFF"/>
                    </a:solidFill>
                  </a:tcPr>
                </a:tc>
                <a:tc>
                  <a:txBody>
                    <a:bodyPr/>
                    <a:lstStyle/>
                    <a:p>
                      <a:r>
                        <a:rPr sz="2025">
                          <a:solidFill>
                            <a:srgbClr val="111111"/>
                          </a:solidFill>
                          <a:latin typeface="Pretendard"/>
                          <a:ea typeface="Pretendard"/>
                          <a:cs typeface="Pretendard"/>
                        </a:rPr>
                        <a:t>live 실행에서</a:t>
                      </a:r>
                    </a:p>
                    <a:p>
                      <a:r>
                        <a:rPr sz="2025">
                          <a:solidFill>
                            <a:srgbClr val="111111"/>
                          </a:solidFill>
                          <a:latin typeface="Pretendard"/>
                          <a:ea typeface="Pretendard"/>
                          <a:cs typeface="Pretendard"/>
                        </a:rPr>
                        <a:t>성공과 보류 확인</a:t>
                      </a:r>
                    </a:p>
                  </a:txBody>
                  <a:tcPr marL="171450" marR="152400" marT="114300" marB="114300" anchor="ctr">
                    <a:solidFill>
                      <a:srgbClr val="FFFFFF"/>
                    </a:solidFill>
                  </a:tcPr>
                </a:tc>
                <a:extLst>
                  <a:ext uri="{0D108BD9-81ED-4DB2-BD59-A6C34878D82A}">
                    <a16:rowId xmlns:a16="http://schemas.microsoft.com/office/drawing/2014/main" val="10002"/>
                  </a:ext>
                </a:extLst>
              </a:tr>
            </a:tbl>
          </a:graphicData>
        </a:graphic>
      </p:graphicFrame>
      <p:sp>
        <p:nvSpPr>
          <p:cNvPr id="4" name="text-63">
            <a:extLst>
              <a:ext uri="{FF2B5EF4-FFF2-40B4-BE49-F238E27FC236}">
                <a16:creationId xmlns:a16="http://schemas.microsoft.com/office/drawing/2014/main" id="{9A9BF76E-9AB0-433D-A1F9-D218A564078A}"/>
              </a:ext>
            </a:extLst>
          </p:cNvPr>
          <p:cNvSpPr>
            <a:spLocks noGrp="1"/>
          </p:cNvSpPr>
          <p:nvPr/>
        </p:nvSpPr>
        <p:spPr>
          <a:xfrm>
            <a:off x="533400" y="5038725"/>
            <a:ext cx="11125200" cy="581025"/>
          </a:xfrm>
          <a:prstGeom prst="rect">
            <a:avLst/>
          </a:prstGeom>
          <a:noFill/>
          <a:ln w="0">
            <a:noFill/>
          </a:ln>
        </p:spPr>
        <p:txBody>
          <a:bodyPr wrap="square" lIns="0" tIns="0" rIns="0" bIns="0" anchor="t">
            <a:noAutofit/>
          </a:bodyPr>
          <a:lstStyle>
            <a:defPPr>
              <a:defRPr sz="2325" b="1">
                <a:solidFill>
                  <a:srgbClr val="5431A6"/>
                </a:solidFill>
                <a:latin typeface="Pretendard"/>
                <a:ea typeface="Pretendard"/>
                <a:cs typeface="Pretendard"/>
              </a:defRPr>
            </a:defPPr>
          </a:lstStyle>
          <a:p>
            <a:pPr>
              <a:lnSpc>
                <a:spcPct val="112000"/>
              </a:lnSpc>
              <a:buNone/>
              <a:defRPr sz="2325" b="1">
                <a:solidFill>
                  <a:srgbClr val="5431A6"/>
                </a:solidFill>
                <a:latin typeface="Pretendard"/>
                <a:ea typeface="Pretendard"/>
                <a:cs typeface="Pretendard"/>
              </a:defRPr>
            </a:pPr>
            <a:r>
              <a:rPr sz="2325" b="1">
                <a:solidFill>
                  <a:srgbClr val="5431A6"/>
                </a:solidFill>
                <a:latin typeface="Pretendard"/>
                <a:ea typeface="Pretendard"/>
                <a:cs typeface="Pretendard"/>
              </a:rPr>
              <a:t>사람이 발견한 문제를 기준으로 결과를 검토하고 통합했습니다</a:t>
            </a:r>
          </a:p>
        </p:txBody>
      </p:sp>
      <p:sp>
        <p:nvSpPr>
          <p:cNvPr id="5" name="text-64">
            <a:extLst>
              <a:ext uri="{FF2B5EF4-FFF2-40B4-BE49-F238E27FC236}">
                <a16:creationId xmlns:a16="http://schemas.microsoft.com/office/drawing/2014/main" id="{566819F8-BEB9-4F82-82F5-C44B4A26B5AD}"/>
              </a:ext>
            </a:extLst>
          </p:cNvPr>
          <p:cNvSpPr>
            <a:spLocks noGrp="1"/>
          </p:cNvSpPr>
          <p:nvPr/>
        </p:nvSpPr>
        <p:spPr>
          <a:xfrm>
            <a:off x="533400" y="5819775"/>
            <a:ext cx="11049000" cy="285750"/>
          </a:xfrm>
          <a:prstGeom prst="rect">
            <a:avLst/>
          </a:prstGeom>
          <a:noFill/>
          <a:ln w="0">
            <a:noFill/>
          </a:ln>
        </p:spPr>
        <p:txBody>
          <a:bodyPr wrap="square" lIns="0" tIns="0" rIns="0" bIns="0" anchor="t">
            <a:noAutofit/>
          </a:bodyPr>
          <a:lstStyle>
            <a:defPPr>
              <a:defRPr sz="1650" b="0">
                <a:solidFill>
                  <a:srgbClr val="5D5D5D"/>
                </a:solidFill>
                <a:latin typeface="Pretendard"/>
                <a:ea typeface="Pretendard"/>
                <a:cs typeface="Pretendard"/>
              </a:defRPr>
            </a:defPPr>
          </a:lstStyle>
          <a:p>
            <a:pPr>
              <a:lnSpc>
                <a:spcPct val="112000"/>
              </a:lnSpc>
              <a:buNone/>
              <a:defRPr sz="1650" b="0">
                <a:solidFill>
                  <a:srgbClr val="5D5D5D"/>
                </a:solidFill>
                <a:latin typeface="Pretendard"/>
                <a:ea typeface="Pretendard"/>
                <a:cs typeface="Pretendard"/>
              </a:defRPr>
            </a:pPr>
            <a:r>
              <a:rPr sz="1650" b="0">
                <a:solidFill>
                  <a:srgbClr val="5D5D5D"/>
                </a:solidFill>
                <a:latin typeface="Pretendard"/>
                <a:ea typeface="Pretendard"/>
                <a:cs typeface="Pretendard"/>
              </a:rPr>
              <a:t>6e802a9  ·  0d7d7d0  ·  35290d3</a:t>
            </a:r>
          </a:p>
        </p:txBody>
      </p:sp>
      <p:sp>
        <p:nvSpPr>
          <p:cNvPr id="6" name="box-65">
            <a:extLst>
              <a:ext uri="{FF2B5EF4-FFF2-40B4-BE49-F238E27FC236}">
                <a16:creationId xmlns:a16="http://schemas.microsoft.com/office/drawing/2014/main" id="{1BDAE365-1A82-4E1D-9CB2-DE5F5A02700C}"/>
              </a:ext>
            </a:extLst>
          </p:cNvPr>
          <p:cNvSpPr>
            <a:spLocks noGrp="1"/>
          </p:cNvSpPr>
          <p:nvPr/>
        </p:nvSpPr>
        <p:spPr>
          <a:xfrm>
            <a:off x="533400" y="6343650"/>
            <a:ext cx="11125200" cy="14288"/>
          </a:xfrm>
          <a:prstGeom prst="rect">
            <a:avLst/>
          </a:prstGeom>
          <a:solidFill>
            <a:srgbClr val="DCCCFF"/>
          </a:solidFill>
          <a:ln w="0">
            <a:noFill/>
          </a:ln>
        </p:spPr>
        <p:txBody>
          <a:bodyPr/>
          <a:lstStyle/>
          <a:p>
            <a:endParaRPr lang="ko-KR" altLang="en-US"/>
          </a:p>
        </p:txBody>
      </p:sp>
      <p:sp>
        <p:nvSpPr>
          <p:cNvPr id="7" name="text-66">
            <a:extLst>
              <a:ext uri="{FF2B5EF4-FFF2-40B4-BE49-F238E27FC236}">
                <a16:creationId xmlns:a16="http://schemas.microsoft.com/office/drawing/2014/main" id="{96B1BB19-9D92-4ECE-98D5-27DD6757A4DA}"/>
              </a:ext>
            </a:extLst>
          </p:cNvPr>
          <p:cNvSpPr>
            <a:spLocks noGrp="1"/>
          </p:cNvSpPr>
          <p:nvPr/>
        </p:nvSpPr>
        <p:spPr>
          <a:xfrm>
            <a:off x="533400" y="6477000"/>
            <a:ext cx="10668000" cy="209550"/>
          </a:xfrm>
          <a:prstGeom prst="rect">
            <a:avLst/>
          </a:prstGeom>
          <a:noFill/>
          <a:ln w="0">
            <a:noFill/>
          </a:ln>
        </p:spPr>
        <p:txBody>
          <a:bodyPr wrap="square" lIns="0" tIns="0" rIns="0" bIns="0" anchor="t">
            <a:noAutofit/>
          </a:bodyPr>
          <a:lstStyle>
            <a:defPPr>
              <a:defRPr sz="1200" b="0">
                <a:solidFill>
                  <a:srgbClr val="5D5D5D"/>
                </a:solidFill>
                <a:latin typeface="Pretendard"/>
                <a:ea typeface="Pretendard"/>
                <a:cs typeface="Pretendard"/>
              </a:defRPr>
            </a:defPPr>
          </a:lstStyle>
          <a:p>
            <a:pPr>
              <a:lnSpc>
                <a:spcPct val="112000"/>
              </a:lnSpc>
              <a:buNone/>
              <a:defRPr sz="1200" b="0">
                <a:solidFill>
                  <a:srgbClr val="5D5D5D"/>
                </a:solidFill>
                <a:latin typeface="Pretendard"/>
                <a:ea typeface="Pretendard"/>
                <a:cs typeface="Pretendard"/>
              </a:defRPr>
            </a:pPr>
            <a:r>
              <a:rPr sz="1200" b="0">
                <a:solidFill>
                  <a:srgbClr val="5D5D5D"/>
                </a:solidFill>
                <a:latin typeface="Pretendard"/>
                <a:ea typeface="Pretendard"/>
                <a:cs typeface="Pretendard"/>
              </a:rPr>
              <a:t>작업 경위: 사용자 설명 · 코드·통합 경로 확인 · Codex 원본 로그와 생산성 수치는 미확인</a:t>
            </a:r>
          </a:p>
        </p:txBody>
      </p:sp>
      <p:sp>
        <p:nvSpPr>
          <p:cNvPr id="8" name="text-67">
            <a:extLst>
              <a:ext uri="{FF2B5EF4-FFF2-40B4-BE49-F238E27FC236}">
                <a16:creationId xmlns:a16="http://schemas.microsoft.com/office/drawing/2014/main" id="{ACC85EA3-512E-414B-838D-3EE2D9CC1FD9}"/>
              </a:ext>
            </a:extLst>
          </p:cNvPr>
          <p:cNvSpPr>
            <a:spLocks noGrp="1"/>
          </p:cNvSpPr>
          <p:nvPr/>
        </p:nvSpPr>
        <p:spPr>
          <a:xfrm>
            <a:off x="11363325" y="6477000"/>
            <a:ext cx="342900" cy="228600"/>
          </a:xfrm>
          <a:prstGeom prst="rect">
            <a:avLst/>
          </a:prstGeom>
          <a:noFill/>
          <a:ln w="0">
            <a:noFill/>
          </a:ln>
        </p:spPr>
        <p:txBody>
          <a:bodyPr wrap="square" lIns="0" tIns="0" rIns="0" bIns="0" anchor="t">
            <a:noAutofit/>
          </a:bodyPr>
          <a:lstStyle>
            <a:defPPr>
              <a:defRPr sz="1200" b="1">
                <a:solidFill>
                  <a:srgbClr val="5431A6"/>
                </a:solidFill>
                <a:latin typeface="Pretendard"/>
                <a:ea typeface="Pretendard"/>
                <a:cs typeface="Pretendard"/>
              </a:defRPr>
            </a:defPPr>
          </a:lstStyle>
          <a:p>
            <a:pPr>
              <a:lnSpc>
                <a:spcPct val="112000"/>
              </a:lnSpc>
              <a:buNone/>
              <a:defRPr sz="1200" b="1">
                <a:solidFill>
                  <a:srgbClr val="5431A6"/>
                </a:solidFill>
                <a:latin typeface="Pretendard"/>
                <a:ea typeface="Pretendard"/>
                <a:cs typeface="Pretendard"/>
              </a:defRPr>
            </a:pPr>
            <a:r>
              <a:rPr sz="1200" b="1">
                <a:solidFill>
                  <a:srgbClr val="5431A6"/>
                </a:solidFill>
                <a:latin typeface="Pretendard"/>
                <a:ea typeface="Pretendard"/>
                <a:cs typeface="Pretendard"/>
              </a:rPr>
              <a:t>12</a:t>
            </a:r>
          </a:p>
        </p:txBody>
      </p:sp>
      <p:sp>
        <p:nvSpPr>
          <p:cNvPr id="9" name="build12-cover">
            <a:extLst>
              <a:ext uri="{FF2B5EF4-FFF2-40B4-BE49-F238E27FC236}">
                <a16:creationId xmlns:a16="http://schemas.microsoft.com/office/drawing/2014/main" id="{BEC4BE87-48EC-4998-8374-1121B0F0949F}"/>
              </a:ext>
            </a:extLst>
          </p:cNvPr>
          <p:cNvSpPr>
            <a:spLocks noGrp="1"/>
          </p:cNvSpPr>
          <p:nvPr/>
        </p:nvSpPr>
        <p:spPr>
          <a:xfrm>
            <a:off x="0" y="0"/>
            <a:ext cx="12192000" cy="6858000"/>
          </a:xfrm>
          <a:prstGeom prst="rect">
            <a:avLst/>
          </a:prstGeom>
          <a:solidFill>
            <a:srgbClr val="F8F6FF"/>
          </a:solidFill>
          <a:ln w="0">
            <a:noFill/>
          </a:ln>
        </p:spPr>
        <p:txBody>
          <a:bodyPr/>
          <a:lstStyle/>
          <a:p>
            <a:endParaRPr lang="ko-KR" altLang="en-US"/>
          </a:p>
        </p:txBody>
      </p:sp>
      <p:pic>
        <p:nvPicPr>
          <p:cNvPr id="10" name="그림 9">
            <a:extLst>
              <a:ext uri="{FF2B5EF4-FFF2-40B4-BE49-F238E27FC236}">
                <a16:creationId xmlns:a16="http://schemas.microsoft.com/office/drawing/2014/main" id="{C21A32E4-58B8-4A29-A178-0C26E279A3A8}"/>
              </a:ext>
            </a:extLst>
          </p:cNvPr>
          <p:cNvPicPr>
            <a:picLocks noChangeAspect="1"/>
          </p:cNvPicPr>
          <p:nvPr/>
        </p:nvPicPr>
        <p:blipFill>
          <a:blip r:embed="rId3"/>
          <a:stretch/>
        </p:blipFill>
        <p:spPr>
          <a:xfrm>
            <a:off x="533400" y="533400"/>
            <a:ext cx="2000250" cy="541244"/>
          </a:xfrm>
          <a:prstGeom prst="rect">
            <a:avLst/>
          </a:prstGeom>
        </p:spPr>
      </p:pic>
      <p:sp>
        <p:nvSpPr>
          <p:cNvPr id="11" name="build12-top">
            <a:extLst>
              <a:ext uri="{FF2B5EF4-FFF2-40B4-BE49-F238E27FC236}">
                <a16:creationId xmlns:a16="http://schemas.microsoft.com/office/drawing/2014/main" id="{50FE3CAB-7261-414E-8510-E9AC7A23C199}"/>
              </a:ext>
            </a:extLst>
          </p:cNvPr>
          <p:cNvSpPr>
            <a:spLocks noGrp="1"/>
          </p:cNvSpPr>
          <p:nvPr/>
        </p:nvSpPr>
        <p:spPr>
          <a:xfrm>
            <a:off x="533400" y="2066925"/>
            <a:ext cx="11125200" cy="1485900"/>
          </a:xfrm>
          <a:prstGeom prst="rect">
            <a:avLst/>
          </a:prstGeom>
          <a:noFill/>
          <a:ln w="0">
            <a:noFill/>
          </a:ln>
        </p:spPr>
        <p:txBody>
          <a:bodyPr wrap="square" lIns="0" tIns="0" rIns="0" bIns="0" anchor="t">
            <a:noAutofit/>
          </a:bodyPr>
          <a:lstStyle>
            <a:defPPr>
              <a:defRPr sz="4725" b="1">
                <a:solidFill>
                  <a:srgbClr val="111111"/>
                </a:solidFill>
                <a:latin typeface="Pretendard"/>
                <a:ea typeface="Pretendard"/>
                <a:cs typeface="Pretendard"/>
              </a:defRPr>
            </a:defPPr>
          </a:lstStyle>
          <a:p>
            <a:pPr>
              <a:lnSpc>
                <a:spcPct val="112000"/>
              </a:lnSpc>
              <a:buNone/>
              <a:defRPr sz="4725" b="1">
                <a:solidFill>
                  <a:srgbClr val="111111"/>
                </a:solidFill>
                <a:latin typeface="Pretendard"/>
                <a:ea typeface="Pretendard"/>
                <a:cs typeface="Pretendard"/>
              </a:defRPr>
            </a:pPr>
            <a:r>
              <a:rPr sz="4725" b="1">
                <a:solidFill>
                  <a:srgbClr val="111111"/>
                </a:solidFill>
                <a:latin typeface="Pretendard"/>
                <a:ea typeface="Pretendard"/>
                <a:cs typeface="Pretendard"/>
              </a:rPr>
              <a:t>사람과 이야기하는 시간은</a:t>
            </a:r>
          </a:p>
          <a:p>
            <a:pPr>
              <a:lnSpc>
                <a:spcPct val="112000"/>
              </a:lnSpc>
              <a:buNone/>
              <a:defRPr sz="4725" b="1">
                <a:solidFill>
                  <a:srgbClr val="111111"/>
                </a:solidFill>
                <a:latin typeface="Pretendard"/>
                <a:ea typeface="Pretendard"/>
                <a:cs typeface="Pretendard"/>
              </a:defRPr>
            </a:pPr>
            <a:r>
              <a:rPr sz="4725" b="1">
                <a:solidFill>
                  <a:srgbClr val="111111"/>
                </a:solidFill>
                <a:latin typeface="Pretendard"/>
                <a:ea typeface="Pretendard"/>
                <a:cs typeface="Pretendard"/>
              </a:rPr>
              <a:t>이어가고,</a:t>
            </a:r>
          </a:p>
        </p:txBody>
      </p:sp>
      <p:sp>
        <p:nvSpPr>
          <p:cNvPr id="12" name="build12-bottom">
            <a:extLst>
              <a:ext uri="{FF2B5EF4-FFF2-40B4-BE49-F238E27FC236}">
                <a16:creationId xmlns:a16="http://schemas.microsoft.com/office/drawing/2014/main" id="{1170A67B-9832-4DC6-8FAE-F7A7C0453D90}"/>
              </a:ext>
            </a:extLst>
          </p:cNvPr>
          <p:cNvSpPr>
            <a:spLocks noGrp="1"/>
          </p:cNvSpPr>
          <p:nvPr/>
        </p:nvSpPr>
        <p:spPr>
          <a:xfrm>
            <a:off x="533400" y="4067175"/>
            <a:ext cx="11125200" cy="752475"/>
          </a:xfrm>
          <a:prstGeom prst="rect">
            <a:avLst/>
          </a:prstGeom>
          <a:noFill/>
          <a:ln w="0">
            <a:noFill/>
          </a:ln>
        </p:spPr>
        <p:txBody>
          <a:bodyPr wrap="square" lIns="0" tIns="0" rIns="0" bIns="0" anchor="t">
            <a:noAutofit/>
          </a:bodyPr>
          <a:lstStyle>
            <a:defPPr>
              <a:defRPr sz="3675" b="1">
                <a:solidFill>
                  <a:srgbClr val="5431A6"/>
                </a:solidFill>
                <a:latin typeface="Pretendard"/>
                <a:ea typeface="Pretendard"/>
                <a:cs typeface="Pretendard"/>
              </a:defRPr>
            </a:defPPr>
          </a:lstStyle>
          <a:p>
            <a:pPr>
              <a:lnSpc>
                <a:spcPct val="112000"/>
              </a:lnSpc>
              <a:buNone/>
              <a:defRPr sz="3675" b="1">
                <a:solidFill>
                  <a:srgbClr val="5431A6"/>
                </a:solidFill>
                <a:latin typeface="Pretendard"/>
                <a:ea typeface="Pretendard"/>
                <a:cs typeface="Pretendard"/>
              </a:defRPr>
            </a:pPr>
            <a:r>
              <a:rPr sz="3675" b="1">
                <a:solidFill>
                  <a:srgbClr val="5431A6"/>
                </a:solidFill>
                <a:latin typeface="Pretendard"/>
                <a:ea typeface="Pretendard"/>
                <a:cs typeface="Pretendard"/>
              </a:rPr>
              <a:t>준비와 기록은 말모아가 돕습니다</a:t>
            </a:r>
          </a:p>
        </p:txBody>
      </p:sp>
    </p:spTree>
    <p:extLst>
      <p:ext uri="{BB962C8B-B14F-4D97-AF65-F5344CB8AC3E}">
        <p14:creationId xmlns:p14="http://schemas.microsoft.com/office/powerpoint/2010/main" val="21456389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ChatGPT">
  <a:themeElements>
    <a:clrScheme name="말모아">
      <a:dk1>
        <a:srgbClr val="111111"/>
      </a:dk1>
      <a:lt1>
        <a:srgbClr val="FFFFFF"/>
      </a:lt1>
      <a:dk2>
        <a:srgbClr val="5431A6"/>
      </a:dk2>
      <a:lt2>
        <a:srgbClr val="F0E8FF"/>
      </a:lt2>
      <a:accent1>
        <a:srgbClr val="7F4FE6"/>
      </a:accent1>
      <a:accent2>
        <a:srgbClr val="1FAF7F"/>
      </a:accent2>
      <a:accent3>
        <a:srgbClr val="F0AF14"/>
      </a:accent3>
      <a:accent4>
        <a:srgbClr val="EF4A88"/>
      </a:accent4>
      <a:accent5>
        <a:srgbClr val="5431A6"/>
      </a:accent5>
      <a:accent6>
        <a:srgbClr val="DCCCFF"/>
      </a:accent6>
      <a:hlink>
        <a:srgbClr val="7F4FE6"/>
      </a:hlink>
      <a:folHlink>
        <a:srgbClr val="5431A6"/>
      </a:folHlink>
    </a:clrScheme>
    <a:fontScheme name="">
      <a:majorFont>
        <a:latin typeface="Pretendard"/>
        <a:ea typeface=""/>
        <a:cs typeface=""/>
      </a:majorFont>
      <a:minorFont>
        <a:latin typeface="Pretendard"/>
        <a:ea typeface=""/>
        <a:cs typeface=""/>
      </a:minorFont>
    </a:fontScheme>
    <a:fmtScheme name="말모아">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말모아">
      <a:dk1>
        <a:srgbClr val="111111"/>
      </a:dk1>
      <a:lt1>
        <a:srgbClr val="FFFFFF"/>
      </a:lt1>
      <a:dk2>
        <a:srgbClr val="5431A6"/>
      </a:dk2>
      <a:lt2>
        <a:srgbClr val="F0E8FF"/>
      </a:lt2>
      <a:accent1>
        <a:srgbClr val="7F4FE6"/>
      </a:accent1>
      <a:accent2>
        <a:srgbClr val="1FAF7F"/>
      </a:accent2>
      <a:accent3>
        <a:srgbClr val="F0AF14"/>
      </a:accent3>
      <a:accent4>
        <a:srgbClr val="EF4A88"/>
      </a:accent4>
      <a:accent5>
        <a:srgbClr val="5431A6"/>
      </a:accent5>
      <a:accent6>
        <a:srgbClr val="DCCCFF"/>
      </a:accent6>
      <a:hlink>
        <a:srgbClr val="7F4FE6"/>
      </a:hlink>
      <a:folHlink>
        <a:srgbClr val="5431A6"/>
      </a:folHlink>
    </a:clrScheme>
    <a:fontScheme name="">
      <a:majorFont>
        <a:latin typeface="Pretendard"/>
        <a:ea typeface=""/>
        <a:cs typeface=""/>
      </a:majorFont>
      <a:minorFont>
        <a:latin typeface="Pretendard"/>
        <a:ea typeface=""/>
        <a:cs typeface=""/>
      </a:minorFont>
    </a:fontScheme>
    <a:fmtScheme name="말모아">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TotalTime>
  <Words>2974</Words>
  <Application>Microsoft Macintosh PowerPoint</Application>
  <DocSecurity>0</DocSecurity>
  <PresentationFormat>와이드스크린</PresentationFormat>
  <Paragraphs>390</Paragraphs>
  <Slides>11</Slides>
  <Notes>11</Notes>
  <HiddenSlides>0</HiddenSlides>
  <MMClips>0</MMClips>
  <ScaleCrop>false</ScaleCrop>
  <HeadingPairs>
    <vt:vector size="6" baseType="variant">
      <vt:variant>
        <vt:lpstr>사용한 글꼴</vt:lpstr>
      </vt:variant>
      <vt:variant>
        <vt:i4>1</vt:i4>
      </vt:variant>
      <vt:variant>
        <vt:lpstr>테마</vt:lpstr>
      </vt:variant>
      <vt:variant>
        <vt:i4>1</vt:i4>
      </vt:variant>
      <vt:variant>
        <vt:lpstr>슬라이드 제목</vt:lpstr>
      </vt:variant>
      <vt:variant>
        <vt:i4>11</vt:i4>
      </vt:variant>
    </vt:vector>
  </HeadingPairs>
  <TitlesOfParts>
    <vt:vector size="13" baseType="lpstr">
      <vt:lpstr>Pretendard</vt:lpstr>
      <vt:lpstr>ChatGPT</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김준호</cp:lastModifiedBy>
  <cp:revision>13</cp:revision>
  <dcterms:created xsi:type="dcterms:W3CDTF">2026-10-09T07:07:25Z</dcterms:created>
  <dcterms:modified xsi:type="dcterms:W3CDTF">2026-10-09T07:26:11Z</dcterms:modified>
</cp:coreProperties>
</file>